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7" r:id="rId2"/>
    <p:sldId id="258" r:id="rId3"/>
    <p:sldId id="259" r:id="rId4"/>
    <p:sldId id="261" r:id="rId5"/>
    <p:sldId id="262" r:id="rId6"/>
    <p:sldId id="264" r:id="rId7"/>
    <p:sldId id="267" r:id="rId8"/>
    <p:sldId id="266" r:id="rId9"/>
    <p:sldId id="263" r:id="rId10"/>
    <p:sldId id="265" r:id="rId11"/>
    <p:sldId id="280" r:id="rId12"/>
    <p:sldId id="268" r:id="rId13"/>
    <p:sldId id="275" r:id="rId14"/>
    <p:sldId id="269" r:id="rId15"/>
    <p:sldId id="272" r:id="rId16"/>
    <p:sldId id="279" r:id="rId17"/>
    <p:sldId id="273" r:id="rId18"/>
    <p:sldId id="281" r:id="rId19"/>
    <p:sldId id="282" r:id="rId20"/>
    <p:sldId id="270" r:id="rId21"/>
    <p:sldId id="276" r:id="rId22"/>
    <p:sldId id="277" r:id="rId23"/>
    <p:sldId id="290" r:id="rId24"/>
    <p:sldId id="271" r:id="rId25"/>
    <p:sldId id="283" r:id="rId26"/>
    <p:sldId id="289" r:id="rId27"/>
    <p:sldId id="284" r:id="rId28"/>
    <p:sldId id="287" r:id="rId29"/>
    <p:sldId id="285" r:id="rId30"/>
    <p:sldId id="286" r:id="rId31"/>
    <p:sldId id="274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BDEE92-2402-4F5B-AA65-EF858C612AD5}" v="122" dt="2026-08-14T03:26:07.1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BBAKUTI DABBAKUTI" userId="97f7af1edfd57745" providerId="LiveId" clId="{8041C200-8224-42CD-8B10-4DE06268414E}"/>
    <pc:docChg chg="undo custSel addSld delSld modSld sldOrd">
      <pc:chgData name="DABBAKUTI DABBAKUTI" userId="97f7af1edfd57745" providerId="LiveId" clId="{8041C200-8224-42CD-8B10-4DE06268414E}" dt="2026-08-14T03:28:00.420" v="979" actId="1076"/>
      <pc:docMkLst>
        <pc:docMk/>
      </pc:docMkLst>
      <pc:sldChg chg="addSp delSp modSp mod">
        <pc:chgData name="DABBAKUTI DABBAKUTI" userId="97f7af1edfd57745" providerId="LiveId" clId="{8041C200-8224-42CD-8B10-4DE06268414E}" dt="2026-08-06T09:45:20.072" v="46" actId="1076"/>
        <pc:sldMkLst>
          <pc:docMk/>
          <pc:sldMk cId="2429952116" sldId="259"/>
        </pc:sldMkLst>
        <pc:spChg chg="mod">
          <ac:chgData name="DABBAKUTI DABBAKUTI" userId="97f7af1edfd57745" providerId="LiveId" clId="{8041C200-8224-42CD-8B10-4DE06268414E}" dt="2026-08-06T09:45:20.072" v="46" actId="1076"/>
          <ac:spMkLst>
            <pc:docMk/>
            <pc:sldMk cId="2429952116" sldId="259"/>
            <ac:spMk id="5" creationId="{C7C06FE5-D8F0-CE24-7DED-1FB8AC455C06}"/>
          </ac:spMkLst>
        </pc:spChg>
        <pc:picChg chg="add mod modCrop">
          <ac:chgData name="DABBAKUTI DABBAKUTI" userId="97f7af1edfd57745" providerId="LiveId" clId="{8041C200-8224-42CD-8B10-4DE06268414E}" dt="2026-08-06T09:45:14.364" v="44" actId="1076"/>
          <ac:picMkLst>
            <pc:docMk/>
            <pc:sldMk cId="2429952116" sldId="259"/>
            <ac:picMk id="4" creationId="{4EA608FD-13ED-991C-E7FF-22EB8C8143B5}"/>
          </ac:picMkLst>
        </pc:picChg>
      </pc:sldChg>
      <pc:sldChg chg="addSp delSp modSp mod">
        <pc:chgData name="DABBAKUTI DABBAKUTI" userId="97f7af1edfd57745" providerId="LiveId" clId="{8041C200-8224-42CD-8B10-4DE06268414E}" dt="2026-08-06T09:26:50.517" v="20" actId="1076"/>
        <pc:sldMkLst>
          <pc:docMk/>
          <pc:sldMk cId="680096471" sldId="261"/>
        </pc:sldMkLst>
        <pc:spChg chg="mod">
          <ac:chgData name="DABBAKUTI DABBAKUTI" userId="97f7af1edfd57745" providerId="LiveId" clId="{8041C200-8224-42CD-8B10-4DE06268414E}" dt="2026-08-06T09:26:50.517" v="20" actId="1076"/>
          <ac:spMkLst>
            <pc:docMk/>
            <pc:sldMk cId="680096471" sldId="261"/>
            <ac:spMk id="6" creationId="{8CA252E8-1951-18A1-37CD-72D721EC792C}"/>
          </ac:spMkLst>
        </pc:spChg>
        <pc:picChg chg="add mod ord">
          <ac:chgData name="DABBAKUTI DABBAKUTI" userId="97f7af1edfd57745" providerId="LiveId" clId="{8041C200-8224-42CD-8B10-4DE06268414E}" dt="2026-08-06T09:26:40.212" v="17" actId="1076"/>
          <ac:picMkLst>
            <pc:docMk/>
            <pc:sldMk cId="680096471" sldId="261"/>
            <ac:picMk id="3" creationId="{7D1B764F-B1D0-CD65-29FA-265000BFB283}"/>
          </ac:picMkLst>
        </pc:picChg>
      </pc:sldChg>
      <pc:sldChg chg="addSp delSp modSp mod">
        <pc:chgData name="DABBAKUTI DABBAKUTI" userId="97f7af1edfd57745" providerId="LiveId" clId="{8041C200-8224-42CD-8B10-4DE06268414E}" dt="2026-08-06T09:27:49.499" v="23" actId="478"/>
        <pc:sldMkLst>
          <pc:docMk/>
          <pc:sldMk cId="2065632679" sldId="262"/>
        </pc:sldMkLst>
        <pc:spChg chg="mod">
          <ac:chgData name="DABBAKUTI DABBAKUTI" userId="97f7af1edfd57745" providerId="LiveId" clId="{8041C200-8224-42CD-8B10-4DE06268414E}" dt="2026-08-06T09:23:26.619" v="5" actId="1076"/>
          <ac:spMkLst>
            <pc:docMk/>
            <pc:sldMk cId="2065632679" sldId="262"/>
            <ac:spMk id="6" creationId="{CC001F62-9A14-26FA-FD24-E0ED68424AD8}"/>
          </ac:spMkLst>
        </pc:spChg>
        <pc:picChg chg="add mod">
          <ac:chgData name="DABBAKUTI DABBAKUTI" userId="97f7af1edfd57745" providerId="LiveId" clId="{8041C200-8224-42CD-8B10-4DE06268414E}" dt="2026-08-06T09:23:18.570" v="4" actId="14100"/>
          <ac:picMkLst>
            <pc:docMk/>
            <pc:sldMk cId="2065632679" sldId="262"/>
            <ac:picMk id="2" creationId="{53F4D40B-6DCB-702C-D797-EB8FF79BCE2B}"/>
          </ac:picMkLst>
        </pc:picChg>
      </pc:sldChg>
      <pc:sldChg chg="addSp delSp mod">
        <pc:chgData name="DABBAKUTI DABBAKUTI" userId="97f7af1edfd57745" providerId="LiveId" clId="{8041C200-8224-42CD-8B10-4DE06268414E}" dt="2026-08-06T09:57:05.393" v="50" actId="478"/>
        <pc:sldMkLst>
          <pc:docMk/>
          <pc:sldMk cId="3778216615" sldId="263"/>
        </pc:sldMkLst>
      </pc:sldChg>
      <pc:sldChg chg="addSp delSp modSp add mod">
        <pc:chgData name="DABBAKUTI DABBAKUTI" userId="97f7af1edfd57745" providerId="LiveId" clId="{8041C200-8224-42CD-8B10-4DE06268414E}" dt="2026-08-07T08:17:19.848" v="74" actId="478"/>
        <pc:sldMkLst>
          <pc:docMk/>
          <pc:sldMk cId="3336689569" sldId="264"/>
        </pc:sldMkLst>
        <pc:picChg chg="add mod">
          <ac:chgData name="DABBAKUTI DABBAKUTI" userId="97f7af1edfd57745" providerId="LiveId" clId="{8041C200-8224-42CD-8B10-4DE06268414E}" dt="2026-08-06T09:30:31.202" v="32" actId="1076"/>
          <ac:picMkLst>
            <pc:docMk/>
            <pc:sldMk cId="3336689569" sldId="264"/>
            <ac:picMk id="3" creationId="{66180447-5365-9BC6-39BA-AEE2E23702AB}"/>
          </ac:picMkLst>
        </pc:picChg>
        <pc:picChg chg="mod">
          <ac:chgData name="DABBAKUTI DABBAKUTI" userId="97f7af1edfd57745" providerId="LiveId" clId="{8041C200-8224-42CD-8B10-4DE06268414E}" dt="2026-08-06T09:27:58.231" v="26" actId="14100"/>
          <ac:picMkLst>
            <pc:docMk/>
            <pc:sldMk cId="3336689569" sldId="264"/>
            <ac:picMk id="4" creationId="{3AE94D5B-C94F-91A0-6D62-9AFCF0ADA7AD}"/>
          </ac:picMkLst>
        </pc:picChg>
      </pc:sldChg>
      <pc:sldChg chg="addSp delSp modSp add mod">
        <pc:chgData name="DABBAKUTI DABBAKUTI" userId="97f7af1edfd57745" providerId="LiveId" clId="{8041C200-8224-42CD-8B10-4DE06268414E}" dt="2026-08-13T12:03:21.265" v="108" actId="478"/>
        <pc:sldMkLst>
          <pc:docMk/>
          <pc:sldMk cId="3793109533" sldId="265"/>
        </pc:sldMkLst>
        <pc:spChg chg="mod">
          <ac:chgData name="DABBAKUTI DABBAKUTI" userId="97f7af1edfd57745" providerId="LiveId" clId="{8041C200-8224-42CD-8B10-4DE06268414E}" dt="2026-08-06T09:58:41.572" v="69" actId="1076"/>
          <ac:spMkLst>
            <pc:docMk/>
            <pc:sldMk cId="3793109533" sldId="265"/>
            <ac:spMk id="6" creationId="{5EA306AB-3EDD-8F10-A505-B188B2C245F1}"/>
          </ac:spMkLst>
        </pc:spChg>
        <pc:picChg chg="mod">
          <ac:chgData name="DABBAKUTI DABBAKUTI" userId="97f7af1edfd57745" providerId="LiveId" clId="{8041C200-8224-42CD-8B10-4DE06268414E}" dt="2026-08-06T09:58:46.979" v="71" actId="1076"/>
          <ac:picMkLst>
            <pc:docMk/>
            <pc:sldMk cId="3793109533" sldId="265"/>
            <ac:picMk id="2" creationId="{7B07465F-4806-CF18-5F3C-007CA9E9D0A6}"/>
          </ac:picMkLst>
        </pc:picChg>
        <pc:picChg chg="add del">
          <ac:chgData name="DABBAKUTI DABBAKUTI" userId="97f7af1edfd57745" providerId="LiveId" clId="{8041C200-8224-42CD-8B10-4DE06268414E}" dt="2026-08-13T12:03:21.265" v="108" actId="478"/>
          <ac:picMkLst>
            <pc:docMk/>
            <pc:sldMk cId="3793109533" sldId="265"/>
            <ac:picMk id="3" creationId="{61F7B55B-13B5-C516-CDF7-69CFC995F134}"/>
          </ac:picMkLst>
        </pc:picChg>
      </pc:sldChg>
      <pc:sldChg chg="delSp modSp add mod">
        <pc:chgData name="DABBAKUTI DABBAKUTI" userId="97f7af1edfd57745" providerId="LiveId" clId="{8041C200-8224-42CD-8B10-4DE06268414E}" dt="2026-08-10T03:45:23.592" v="77" actId="478"/>
        <pc:sldMkLst>
          <pc:docMk/>
          <pc:sldMk cId="2346050701" sldId="266"/>
        </pc:sldMkLst>
        <pc:picChg chg="mod">
          <ac:chgData name="DABBAKUTI DABBAKUTI" userId="97f7af1edfd57745" providerId="LiveId" clId="{8041C200-8224-42CD-8B10-4DE06268414E}" dt="2026-08-07T08:17:24.928" v="76" actId="1076"/>
          <ac:picMkLst>
            <pc:docMk/>
            <pc:sldMk cId="2346050701" sldId="266"/>
            <ac:picMk id="2" creationId="{00331D9C-4DF1-359E-5C0C-72661384021A}"/>
          </ac:picMkLst>
        </pc:picChg>
      </pc:sldChg>
      <pc:sldChg chg="addSp modSp new mod">
        <pc:chgData name="DABBAKUTI DABBAKUTI" userId="97f7af1edfd57745" providerId="LiveId" clId="{8041C200-8224-42CD-8B10-4DE06268414E}" dt="2026-08-10T04:25:47.271" v="105" actId="20577"/>
        <pc:sldMkLst>
          <pc:docMk/>
          <pc:sldMk cId="3746233050" sldId="267"/>
        </pc:sldMkLst>
        <pc:spChg chg="add mod">
          <ac:chgData name="DABBAKUTI DABBAKUTI" userId="97f7af1edfd57745" providerId="LiveId" clId="{8041C200-8224-42CD-8B10-4DE06268414E}" dt="2026-08-10T04:25:47.271" v="105" actId="20577"/>
          <ac:spMkLst>
            <pc:docMk/>
            <pc:sldMk cId="3746233050" sldId="267"/>
            <ac:spMk id="3" creationId="{D1E69404-76C1-2247-59E7-A66823695845}"/>
          </ac:spMkLst>
        </pc:spChg>
      </pc:sldChg>
      <pc:sldChg chg="addSp delSp modSp add mod">
        <pc:chgData name="DABBAKUTI DABBAKUTI" userId="97f7af1edfd57745" providerId="LiveId" clId="{8041C200-8224-42CD-8B10-4DE06268414E}" dt="2026-08-13T13:24:14.359" v="535" actId="1076"/>
        <pc:sldMkLst>
          <pc:docMk/>
          <pc:sldMk cId="3569825480" sldId="268"/>
        </pc:sldMkLst>
        <pc:spChg chg="del mod">
          <ac:chgData name="DABBAKUTI DABBAKUTI" userId="97f7af1edfd57745" providerId="LiveId" clId="{8041C200-8224-42CD-8B10-4DE06268414E}" dt="2026-08-13T13:24:00.982" v="530" actId="21"/>
          <ac:spMkLst>
            <pc:docMk/>
            <pc:sldMk cId="3569825480" sldId="268"/>
            <ac:spMk id="6" creationId="{4BE05FFA-9F6C-A874-06F6-55357AB52BA8}"/>
          </ac:spMkLst>
        </pc:spChg>
        <pc:spChg chg="add mod">
          <ac:chgData name="DABBAKUTI DABBAKUTI" userId="97f7af1edfd57745" providerId="LiveId" clId="{8041C200-8224-42CD-8B10-4DE06268414E}" dt="2026-08-13T13:24:14.359" v="535" actId="1076"/>
          <ac:spMkLst>
            <pc:docMk/>
            <pc:sldMk cId="3569825480" sldId="268"/>
            <ac:spMk id="11" creationId="{58DA1847-5E4D-8320-334E-D7469E78FF65}"/>
          </ac:spMkLst>
        </pc:spChg>
        <pc:graphicFrameChg chg="add del mod">
          <ac:chgData name="DABBAKUTI DABBAKUTI" userId="97f7af1edfd57745" providerId="LiveId" clId="{8041C200-8224-42CD-8B10-4DE06268414E}" dt="2026-08-13T12:12:39.877" v="161"/>
          <ac:graphicFrameMkLst>
            <pc:docMk/>
            <pc:sldMk cId="3569825480" sldId="268"/>
            <ac:graphicFrameMk id="7" creationId="{657B19BF-21E1-1C6E-6029-D16FDEEB4F42}"/>
          </ac:graphicFrameMkLst>
        </pc:graphicFrameChg>
        <pc:graphicFrameChg chg="add del mod modGraphic">
          <ac:chgData name="DABBAKUTI DABBAKUTI" userId="97f7af1edfd57745" providerId="LiveId" clId="{8041C200-8224-42CD-8B10-4DE06268414E}" dt="2026-08-13T12:12:48.317" v="165" actId="478"/>
          <ac:graphicFrameMkLst>
            <pc:docMk/>
            <pc:sldMk cId="3569825480" sldId="268"/>
            <ac:graphicFrameMk id="8" creationId="{3F00B3D7-ABA6-3BF7-3526-D433776B53A8}"/>
          </ac:graphicFrameMkLst>
        </pc:graphicFrameChg>
        <pc:picChg chg="del">
          <ac:chgData name="DABBAKUTI DABBAKUTI" userId="97f7af1edfd57745" providerId="LiveId" clId="{8041C200-8224-42CD-8B10-4DE06268414E}" dt="2026-08-13T12:03:23.819" v="109" actId="478"/>
          <ac:picMkLst>
            <pc:docMk/>
            <pc:sldMk cId="3569825480" sldId="268"/>
            <ac:picMk id="2" creationId="{D833E5AB-E915-BCFA-0541-96BA8DF22295}"/>
          </ac:picMkLst>
        </pc:picChg>
        <pc:picChg chg="add del mod">
          <ac:chgData name="DABBAKUTI DABBAKUTI" userId="97f7af1edfd57745" providerId="LiveId" clId="{8041C200-8224-42CD-8B10-4DE06268414E}" dt="2026-08-13T12:05:36.604" v="130" actId="478"/>
          <ac:picMkLst>
            <pc:docMk/>
            <pc:sldMk cId="3569825480" sldId="268"/>
            <ac:picMk id="3" creationId="{C25F884E-E4D4-3677-5FC5-7B42592A1F82}"/>
          </ac:picMkLst>
        </pc:picChg>
        <pc:picChg chg="add del mod">
          <ac:chgData name="DABBAKUTI DABBAKUTI" userId="97f7af1edfd57745" providerId="LiveId" clId="{8041C200-8224-42CD-8B10-4DE06268414E}" dt="2026-08-13T12:05:36.277" v="129"/>
          <ac:picMkLst>
            <pc:docMk/>
            <pc:sldMk cId="3569825480" sldId="268"/>
            <ac:picMk id="5" creationId="{BE51CC06-62DA-E790-9569-DD670B3CA34F}"/>
          </ac:picMkLst>
        </pc:picChg>
        <pc:picChg chg="add del">
          <ac:chgData name="DABBAKUTI DABBAKUTI" userId="97f7af1edfd57745" providerId="LiveId" clId="{8041C200-8224-42CD-8B10-4DE06268414E}" dt="2026-08-13T12:54:11.524" v="384" actId="478"/>
          <ac:picMkLst>
            <pc:docMk/>
            <pc:sldMk cId="3569825480" sldId="268"/>
            <ac:picMk id="9" creationId="{2AD43E4C-D195-457A-EFD5-98F47F23A5C7}"/>
          </ac:picMkLst>
        </pc:picChg>
        <pc:picChg chg="add del">
          <ac:chgData name="DABBAKUTI DABBAKUTI" userId="97f7af1edfd57745" providerId="LiveId" clId="{8041C200-8224-42CD-8B10-4DE06268414E}" dt="2026-08-13T13:19:12.333" v="494" actId="478"/>
          <ac:picMkLst>
            <pc:docMk/>
            <pc:sldMk cId="3569825480" sldId="268"/>
            <ac:picMk id="10" creationId="{B62BCFBA-F8C5-5E74-4994-942B9C73C764}"/>
          </ac:picMkLst>
        </pc:picChg>
      </pc:sldChg>
      <pc:sldChg chg="addSp delSp modSp add mod">
        <pc:chgData name="DABBAKUTI DABBAKUTI" userId="97f7af1edfd57745" providerId="LiveId" clId="{8041C200-8224-42CD-8B10-4DE06268414E}" dt="2026-08-13T13:24:29.337" v="539" actId="1076"/>
        <pc:sldMkLst>
          <pc:docMk/>
          <pc:sldMk cId="1958248222" sldId="269"/>
        </pc:sldMkLst>
        <pc:spChg chg="del mod">
          <ac:chgData name="DABBAKUTI DABBAKUTI" userId="97f7af1edfd57745" providerId="LiveId" clId="{8041C200-8224-42CD-8B10-4DE06268414E}" dt="2026-08-13T13:24:10.607" v="533" actId="21"/>
          <ac:spMkLst>
            <pc:docMk/>
            <pc:sldMk cId="1958248222" sldId="269"/>
            <ac:spMk id="6" creationId="{58DA1847-5E4D-8320-334E-D7469E78FF65}"/>
          </ac:spMkLst>
        </pc:spChg>
        <pc:spChg chg="add mod">
          <ac:chgData name="DABBAKUTI DABBAKUTI" userId="97f7af1edfd57745" providerId="LiveId" clId="{8041C200-8224-42CD-8B10-4DE06268414E}" dt="2026-08-13T13:24:27.526" v="538" actId="1076"/>
          <ac:spMkLst>
            <pc:docMk/>
            <pc:sldMk cId="1958248222" sldId="269"/>
            <ac:spMk id="10" creationId="{4BE05FFA-9F6C-A874-06F6-55357AB52BA8}"/>
          </ac:spMkLst>
        </pc:spChg>
        <pc:picChg chg="add mod modCrop">
          <ac:chgData name="DABBAKUTI DABBAKUTI" userId="97f7af1edfd57745" providerId="LiveId" clId="{8041C200-8224-42CD-8B10-4DE06268414E}" dt="2026-08-13T13:16:52.646" v="487" actId="1076"/>
          <ac:picMkLst>
            <pc:docMk/>
            <pc:sldMk cId="1958248222" sldId="269"/>
            <ac:picMk id="2" creationId="{3BF5B6C3-C102-A82A-A528-ACED73F83F4B}"/>
          </ac:picMkLst>
        </pc:picChg>
        <pc:picChg chg="del">
          <ac:chgData name="DABBAKUTI DABBAKUTI" userId="97f7af1edfd57745" providerId="LiveId" clId="{8041C200-8224-42CD-8B10-4DE06268414E}" dt="2026-08-13T12:06:37.380" v="132" actId="478"/>
          <ac:picMkLst>
            <pc:docMk/>
            <pc:sldMk cId="1958248222" sldId="269"/>
            <ac:picMk id="3" creationId="{ED57556D-62D3-EFB5-716C-1668EA8BEDD7}"/>
          </ac:picMkLst>
        </pc:picChg>
        <pc:picChg chg="add del mod modCrop">
          <ac:chgData name="DABBAKUTI DABBAKUTI" userId="97f7af1edfd57745" providerId="LiveId" clId="{8041C200-8224-42CD-8B10-4DE06268414E}" dt="2026-08-13T12:24:14.602" v="228" actId="478"/>
          <ac:picMkLst>
            <pc:docMk/>
            <pc:sldMk cId="1958248222" sldId="269"/>
            <ac:picMk id="4" creationId="{89B976D6-70F4-B0FB-69C9-E6C6D9A13A88}"/>
          </ac:picMkLst>
        </pc:picChg>
        <pc:picChg chg="add del mod ord">
          <ac:chgData name="DABBAKUTI DABBAKUTI" userId="97f7af1edfd57745" providerId="LiveId" clId="{8041C200-8224-42CD-8B10-4DE06268414E}" dt="2026-08-13T12:24:15.966" v="230" actId="478"/>
          <ac:picMkLst>
            <pc:docMk/>
            <pc:sldMk cId="1958248222" sldId="269"/>
            <ac:picMk id="5" creationId="{0755E77D-A046-2E61-986B-C8688313914C}"/>
          </ac:picMkLst>
        </pc:picChg>
        <pc:picChg chg="add del mod ord modCrop">
          <ac:chgData name="DABBAKUTI DABBAKUTI" userId="97f7af1edfd57745" providerId="LiveId" clId="{8041C200-8224-42CD-8B10-4DE06268414E}" dt="2026-08-13T12:24:16.476" v="231" actId="478"/>
          <ac:picMkLst>
            <pc:docMk/>
            <pc:sldMk cId="1958248222" sldId="269"/>
            <ac:picMk id="7" creationId="{722E6BBC-54A7-F381-7421-E5D66B986469}"/>
          </ac:picMkLst>
        </pc:picChg>
        <pc:picChg chg="add del mod">
          <ac:chgData name="DABBAKUTI DABBAKUTI" userId="97f7af1edfd57745" providerId="LiveId" clId="{8041C200-8224-42CD-8B10-4DE06268414E}" dt="2026-08-13T12:24:15.316" v="229" actId="478"/>
          <ac:picMkLst>
            <pc:docMk/>
            <pc:sldMk cId="1958248222" sldId="269"/>
            <ac:picMk id="8" creationId="{6B2D8CFD-6CD7-DEA9-3B60-47E0D266C38D}"/>
          </ac:picMkLst>
        </pc:picChg>
        <pc:picChg chg="add mod">
          <ac:chgData name="DABBAKUTI DABBAKUTI" userId="97f7af1edfd57745" providerId="LiveId" clId="{8041C200-8224-42CD-8B10-4DE06268414E}" dt="2026-08-13T13:24:29.337" v="539" actId="1076"/>
          <ac:picMkLst>
            <pc:docMk/>
            <pc:sldMk cId="1958248222" sldId="269"/>
            <ac:picMk id="9" creationId="{6008F108-6B3D-2E9E-4A19-A7F98FF68EF0}"/>
          </ac:picMkLst>
        </pc:picChg>
      </pc:sldChg>
      <pc:sldChg chg="addSp delSp modSp add mod ord">
        <pc:chgData name="DABBAKUTI DABBAKUTI" userId="97f7af1edfd57745" providerId="LiveId" clId="{8041C200-8224-42CD-8B10-4DE06268414E}" dt="2026-08-13T13:37:43.286" v="665" actId="1076"/>
        <pc:sldMkLst>
          <pc:docMk/>
          <pc:sldMk cId="2340276461" sldId="270"/>
        </pc:sldMkLst>
        <pc:spChg chg="mod">
          <ac:chgData name="DABBAKUTI DABBAKUTI" userId="97f7af1edfd57745" providerId="LiveId" clId="{8041C200-8224-42CD-8B10-4DE06268414E}" dt="2026-08-13T13:35:30.348" v="630" actId="20577"/>
          <ac:spMkLst>
            <pc:docMk/>
            <pc:sldMk cId="2340276461" sldId="270"/>
            <ac:spMk id="6" creationId="{7527A420-E8F1-E34B-A0B7-14CCAC003EE3}"/>
          </ac:spMkLst>
        </pc:spChg>
        <pc:spChg chg="add mod">
          <ac:chgData name="DABBAKUTI DABBAKUTI" userId="97f7af1edfd57745" providerId="LiveId" clId="{8041C200-8224-42CD-8B10-4DE06268414E}" dt="2026-08-13T13:37:28.607" v="659" actId="1076"/>
          <ac:spMkLst>
            <pc:docMk/>
            <pc:sldMk cId="2340276461" sldId="270"/>
            <ac:spMk id="9" creationId="{A23C2816-CD69-533F-5ADA-1EFE46E89809}"/>
          </ac:spMkLst>
        </pc:spChg>
        <pc:graphicFrameChg chg="add del mod">
          <ac:chgData name="DABBAKUTI DABBAKUTI" userId="97f7af1edfd57745" providerId="LiveId" clId="{8041C200-8224-42CD-8B10-4DE06268414E}" dt="2026-08-13T13:34:52.654" v="615"/>
          <ac:graphicFrameMkLst>
            <pc:docMk/>
            <pc:sldMk cId="2340276461" sldId="270"/>
            <ac:graphicFrameMk id="7" creationId="{CDE4D5B2-388C-2CFB-F89F-41133C9EEBFD}"/>
          </ac:graphicFrameMkLst>
        </pc:graphicFrameChg>
        <pc:graphicFrameChg chg="add del mod">
          <ac:chgData name="DABBAKUTI DABBAKUTI" userId="97f7af1edfd57745" providerId="LiveId" clId="{8041C200-8224-42CD-8B10-4DE06268414E}" dt="2026-08-13T13:35:11.011" v="622"/>
          <ac:graphicFrameMkLst>
            <pc:docMk/>
            <pc:sldMk cId="2340276461" sldId="270"/>
            <ac:graphicFrameMk id="10" creationId="{39F7A621-992D-ADFF-9879-210EC26764C2}"/>
          </ac:graphicFrameMkLst>
        </pc:graphicFrameChg>
        <pc:picChg chg="add del mod modCrop">
          <ac:chgData name="DABBAKUTI DABBAKUTI" userId="97f7af1edfd57745" providerId="LiveId" clId="{8041C200-8224-42CD-8B10-4DE06268414E}" dt="2026-08-13T13:33:23.737" v="609" actId="478"/>
          <ac:picMkLst>
            <pc:docMk/>
            <pc:sldMk cId="2340276461" sldId="270"/>
            <ac:picMk id="2" creationId="{4E5B5AB7-4E59-00CE-07E5-CAD311981E68}"/>
          </ac:picMkLst>
        </pc:picChg>
        <pc:picChg chg="del">
          <ac:chgData name="DABBAKUTI DABBAKUTI" userId="97f7af1edfd57745" providerId="LiveId" clId="{8041C200-8224-42CD-8B10-4DE06268414E}" dt="2026-08-13T12:08:54.445" v="149" actId="478"/>
          <ac:picMkLst>
            <pc:docMk/>
            <pc:sldMk cId="2340276461" sldId="270"/>
            <ac:picMk id="3" creationId="{20859860-6FF9-7A76-C58C-8573AF6431D2}"/>
          </ac:picMkLst>
        </pc:picChg>
        <pc:picChg chg="add mod">
          <ac:chgData name="DABBAKUTI DABBAKUTI" userId="97f7af1edfd57745" providerId="LiveId" clId="{8041C200-8224-42CD-8B10-4DE06268414E}" dt="2026-08-13T13:37:19.996" v="657" actId="1076"/>
          <ac:picMkLst>
            <pc:docMk/>
            <pc:sldMk cId="2340276461" sldId="270"/>
            <ac:picMk id="4" creationId="{D9E10F60-04C1-4BAC-AE8F-E7E6E783BAD7}"/>
          </ac:picMkLst>
        </pc:picChg>
        <pc:picChg chg="add mod">
          <ac:chgData name="DABBAKUTI DABBAKUTI" userId="97f7af1edfd57745" providerId="LiveId" clId="{8041C200-8224-42CD-8B10-4DE06268414E}" dt="2026-08-13T13:37:30.477" v="660" actId="1076"/>
          <ac:picMkLst>
            <pc:docMk/>
            <pc:sldMk cId="2340276461" sldId="270"/>
            <ac:picMk id="5" creationId="{C66867A1-EA38-C434-DF02-DE523CF0E448}"/>
          </ac:picMkLst>
        </pc:picChg>
        <pc:picChg chg="add mod">
          <ac:chgData name="DABBAKUTI DABBAKUTI" userId="97f7af1edfd57745" providerId="LiveId" clId="{8041C200-8224-42CD-8B10-4DE06268414E}" dt="2026-08-13T13:37:43.286" v="665" actId="1076"/>
          <ac:picMkLst>
            <pc:docMk/>
            <pc:sldMk cId="2340276461" sldId="270"/>
            <ac:picMk id="11" creationId="{E72E3A44-A35B-1271-0C46-BC04AACFE2BA}"/>
          </ac:picMkLst>
        </pc:picChg>
      </pc:sldChg>
      <pc:sldChg chg="delSp modSp add mod">
        <pc:chgData name="DABBAKUTI DABBAKUTI" userId="97f7af1edfd57745" providerId="LiveId" clId="{8041C200-8224-42CD-8B10-4DE06268414E}" dt="2026-08-13T12:14:28.991" v="204" actId="20577"/>
        <pc:sldMkLst>
          <pc:docMk/>
          <pc:sldMk cId="2412863901" sldId="271"/>
        </pc:sldMkLst>
        <pc:spChg chg="mod">
          <ac:chgData name="DABBAKUTI DABBAKUTI" userId="97f7af1edfd57745" providerId="LiveId" clId="{8041C200-8224-42CD-8B10-4DE06268414E}" dt="2026-08-13T12:14:28.991" v="204" actId="20577"/>
          <ac:spMkLst>
            <pc:docMk/>
            <pc:sldMk cId="2412863901" sldId="271"/>
            <ac:spMk id="6" creationId="{DEBAC24C-9E3C-9FA4-2297-A54989E7E812}"/>
          </ac:spMkLst>
        </pc:spChg>
        <pc:graphicFrameChg chg="mod modGraphic">
          <ac:chgData name="DABBAKUTI DABBAKUTI" userId="97f7af1edfd57745" providerId="LiveId" clId="{8041C200-8224-42CD-8B10-4DE06268414E}" dt="2026-08-13T12:13:59.096" v="175" actId="255"/>
          <ac:graphicFrameMkLst>
            <pc:docMk/>
            <pc:sldMk cId="2412863901" sldId="271"/>
            <ac:graphicFrameMk id="8" creationId="{31425EA7-5E74-1C67-2963-AAA45BEFD017}"/>
          </ac:graphicFrameMkLst>
        </pc:graphicFrameChg>
        <pc:picChg chg="del">
          <ac:chgData name="DABBAKUTI DABBAKUTI" userId="97f7af1edfd57745" providerId="LiveId" clId="{8041C200-8224-42CD-8B10-4DE06268414E}" dt="2026-08-13T12:12:52.515" v="166" actId="478"/>
          <ac:picMkLst>
            <pc:docMk/>
            <pc:sldMk cId="2412863901" sldId="271"/>
            <ac:picMk id="3" creationId="{F6173F4D-9065-7AFB-FD3D-48114D5C06C4}"/>
          </ac:picMkLst>
        </pc:picChg>
      </pc:sldChg>
      <pc:sldChg chg="addSp delSp modSp add mod">
        <pc:chgData name="DABBAKUTI DABBAKUTI" userId="97f7af1edfd57745" providerId="LiveId" clId="{8041C200-8224-42CD-8B10-4DE06268414E}" dt="2026-08-13T13:25:07.594" v="540"/>
        <pc:sldMkLst>
          <pc:docMk/>
          <pc:sldMk cId="2669917352" sldId="272"/>
        </pc:sldMkLst>
        <pc:spChg chg="mod">
          <ac:chgData name="DABBAKUTI DABBAKUTI" userId="97f7af1edfd57745" providerId="LiveId" clId="{8041C200-8224-42CD-8B10-4DE06268414E}" dt="2026-08-13T13:25:07.594" v="540"/>
          <ac:spMkLst>
            <pc:docMk/>
            <pc:sldMk cId="2669917352" sldId="272"/>
            <ac:spMk id="6" creationId="{B89A82EC-42C3-F58F-7D64-1595D7B6F578}"/>
          </ac:spMkLst>
        </pc:spChg>
        <pc:picChg chg="del">
          <ac:chgData name="DABBAKUTI DABBAKUTI" userId="97f7af1edfd57745" providerId="LiveId" clId="{8041C200-8224-42CD-8B10-4DE06268414E}" dt="2026-08-13T12:24:30.880" v="237" actId="478"/>
          <ac:picMkLst>
            <pc:docMk/>
            <pc:sldMk cId="2669917352" sldId="272"/>
            <ac:picMk id="2" creationId="{27CA4A0A-42F3-7C74-1B02-DDDFC0425953}"/>
          </ac:picMkLst>
        </pc:picChg>
        <pc:picChg chg="add del">
          <ac:chgData name="DABBAKUTI DABBAKUTI" userId="97f7af1edfd57745" providerId="LiveId" clId="{8041C200-8224-42CD-8B10-4DE06268414E}" dt="2026-08-13T13:15:23.974" v="469" actId="478"/>
          <ac:picMkLst>
            <pc:docMk/>
            <pc:sldMk cId="2669917352" sldId="272"/>
            <ac:picMk id="3" creationId="{C7ED5F10-F33D-C224-33E3-B42857E74B90}"/>
          </ac:picMkLst>
        </pc:picChg>
        <pc:picChg chg="mod">
          <ac:chgData name="DABBAKUTI DABBAKUTI" userId="97f7af1edfd57745" providerId="LiveId" clId="{8041C200-8224-42CD-8B10-4DE06268414E}" dt="2026-08-13T12:24:35.860" v="239" actId="14100"/>
          <ac:picMkLst>
            <pc:docMk/>
            <pc:sldMk cId="2669917352" sldId="272"/>
            <ac:picMk id="4" creationId="{BAD8FE5D-F9EB-B1F9-EB1E-733166DD9F30}"/>
          </ac:picMkLst>
        </pc:picChg>
        <pc:picChg chg="del">
          <ac:chgData name="DABBAKUTI DABBAKUTI" userId="97f7af1edfd57745" providerId="LiveId" clId="{8041C200-8224-42CD-8B10-4DE06268414E}" dt="2026-08-13T12:24:37.462" v="240" actId="478"/>
          <ac:picMkLst>
            <pc:docMk/>
            <pc:sldMk cId="2669917352" sldId="272"/>
            <ac:picMk id="5" creationId="{A3C19083-1415-ACA6-C7F2-59F5D8F1C23A}"/>
          </ac:picMkLst>
        </pc:picChg>
        <pc:picChg chg="del">
          <ac:chgData name="DABBAKUTI DABBAKUTI" userId="97f7af1edfd57745" providerId="LiveId" clId="{8041C200-8224-42CD-8B10-4DE06268414E}" dt="2026-08-13T12:24:40.357" v="242" actId="478"/>
          <ac:picMkLst>
            <pc:docMk/>
            <pc:sldMk cId="2669917352" sldId="272"/>
            <ac:picMk id="7" creationId="{1ACEB3D0-FFD5-D664-D247-2967C4820E4B}"/>
          </ac:picMkLst>
        </pc:picChg>
        <pc:picChg chg="mod">
          <ac:chgData name="DABBAKUTI DABBAKUTI" userId="97f7af1edfd57745" providerId="LiveId" clId="{8041C200-8224-42CD-8B10-4DE06268414E}" dt="2026-08-13T12:25:16.638" v="256" actId="1076"/>
          <ac:picMkLst>
            <pc:docMk/>
            <pc:sldMk cId="2669917352" sldId="272"/>
            <ac:picMk id="8" creationId="{DBE9072C-2831-B2B0-AC0D-D67FB37BABFD}"/>
          </ac:picMkLst>
        </pc:picChg>
      </pc:sldChg>
      <pc:sldChg chg="addSp delSp modSp add mod">
        <pc:chgData name="DABBAKUTI DABBAKUTI" userId="97f7af1edfd57745" providerId="LiveId" clId="{8041C200-8224-42CD-8B10-4DE06268414E}" dt="2026-08-13T13:25:54.968" v="545"/>
        <pc:sldMkLst>
          <pc:docMk/>
          <pc:sldMk cId="4069489761" sldId="273"/>
        </pc:sldMkLst>
        <pc:spChg chg="mod">
          <ac:chgData name="DABBAKUTI DABBAKUTI" userId="97f7af1edfd57745" providerId="LiveId" clId="{8041C200-8224-42CD-8B10-4DE06268414E}" dt="2026-08-13T13:25:54.968" v="545"/>
          <ac:spMkLst>
            <pc:docMk/>
            <pc:sldMk cId="4069489761" sldId="273"/>
            <ac:spMk id="6" creationId="{17707DAF-0B13-88ED-6320-E494FB7FE735}"/>
          </ac:spMkLst>
        </pc:spChg>
        <pc:picChg chg="del">
          <ac:chgData name="DABBAKUTI DABBAKUTI" userId="97f7af1edfd57745" providerId="LiveId" clId="{8041C200-8224-42CD-8B10-4DE06268414E}" dt="2026-08-13T12:24:52.546" v="245" actId="478"/>
          <ac:picMkLst>
            <pc:docMk/>
            <pc:sldMk cId="4069489761" sldId="273"/>
            <ac:picMk id="2" creationId="{28DE8DEA-F920-D0F2-DBEE-A846CA7C2B03}"/>
          </ac:picMkLst>
        </pc:picChg>
        <pc:picChg chg="add del mod">
          <ac:chgData name="DABBAKUTI DABBAKUTI" userId="97f7af1edfd57745" providerId="LiveId" clId="{8041C200-8224-42CD-8B10-4DE06268414E}" dt="2026-08-13T13:14:07.858" v="461" actId="478"/>
          <ac:picMkLst>
            <pc:docMk/>
            <pc:sldMk cId="4069489761" sldId="273"/>
            <ac:picMk id="3" creationId="{03322E31-4E12-25E8-8989-C7F55D86C2EA}"/>
          </ac:picMkLst>
        </pc:picChg>
        <pc:picChg chg="del">
          <ac:chgData name="DABBAKUTI DABBAKUTI" userId="97f7af1edfd57745" providerId="LiveId" clId="{8041C200-8224-42CD-8B10-4DE06268414E}" dt="2026-08-13T12:24:53.122" v="246" actId="478"/>
          <ac:picMkLst>
            <pc:docMk/>
            <pc:sldMk cId="4069489761" sldId="273"/>
            <ac:picMk id="4" creationId="{BC7E893D-4AFF-F5DF-353C-4B1C5A106AB0}"/>
          </ac:picMkLst>
        </pc:picChg>
        <pc:picChg chg="mod">
          <ac:chgData name="DABBAKUTI DABBAKUTI" userId="97f7af1edfd57745" providerId="LiveId" clId="{8041C200-8224-42CD-8B10-4DE06268414E}" dt="2026-08-13T12:25:02.518" v="249" actId="14100"/>
          <ac:picMkLst>
            <pc:docMk/>
            <pc:sldMk cId="4069489761" sldId="273"/>
            <ac:picMk id="5" creationId="{AF5AE010-42FC-FD17-A873-4A701589BF02}"/>
          </ac:picMkLst>
        </pc:picChg>
        <pc:picChg chg="mod">
          <ac:chgData name="DABBAKUTI DABBAKUTI" userId="97f7af1edfd57745" providerId="LiveId" clId="{8041C200-8224-42CD-8B10-4DE06268414E}" dt="2026-08-13T12:25:11.439" v="254" actId="1076"/>
          <ac:picMkLst>
            <pc:docMk/>
            <pc:sldMk cId="4069489761" sldId="273"/>
            <ac:picMk id="7" creationId="{E1F28294-1076-9E02-2887-236BA2E06611}"/>
          </ac:picMkLst>
        </pc:picChg>
        <pc:picChg chg="del">
          <ac:chgData name="DABBAKUTI DABBAKUTI" userId="97f7af1edfd57745" providerId="LiveId" clId="{8041C200-8224-42CD-8B10-4DE06268414E}" dt="2026-08-13T12:24:53.679" v="247" actId="478"/>
          <ac:picMkLst>
            <pc:docMk/>
            <pc:sldMk cId="4069489761" sldId="273"/>
            <ac:picMk id="8" creationId="{2FC84B4D-5835-2F0F-15F1-FFF92F3ED86B}"/>
          </ac:picMkLst>
        </pc:picChg>
      </pc:sldChg>
      <pc:sldChg chg="addSp delSp modSp add mod ord">
        <pc:chgData name="DABBAKUTI DABBAKUTI" userId="97f7af1edfd57745" providerId="LiveId" clId="{8041C200-8224-42CD-8B10-4DE06268414E}" dt="2026-08-14T02:53:46.850" v="923"/>
        <pc:sldMkLst>
          <pc:docMk/>
          <pc:sldMk cId="2725606290" sldId="274"/>
        </pc:sldMkLst>
        <pc:spChg chg="add mod">
          <ac:chgData name="DABBAKUTI DABBAKUTI" userId="97f7af1edfd57745" providerId="LiveId" clId="{8041C200-8224-42CD-8B10-4DE06268414E}" dt="2026-08-13T12:34:16.792" v="341" actId="14100"/>
          <ac:spMkLst>
            <pc:docMk/>
            <pc:sldMk cId="2725606290" sldId="274"/>
            <ac:spMk id="5" creationId="{94DB5AB8-79B7-861A-9356-B3E9B6CF3D7A}"/>
          </ac:spMkLst>
        </pc:spChg>
        <pc:spChg chg="mod">
          <ac:chgData name="DABBAKUTI DABBAKUTI" userId="97f7af1edfd57745" providerId="LiveId" clId="{8041C200-8224-42CD-8B10-4DE06268414E}" dt="2026-08-13T12:36:48.521" v="381" actId="113"/>
          <ac:spMkLst>
            <pc:docMk/>
            <pc:sldMk cId="2725606290" sldId="274"/>
            <ac:spMk id="6" creationId="{4B44D310-34AC-7384-3271-BB7989B1EA9B}"/>
          </ac:spMkLst>
        </pc:spChg>
        <pc:spChg chg="add del mod">
          <ac:chgData name="DABBAKUTI DABBAKUTI" userId="97f7af1edfd57745" providerId="LiveId" clId="{8041C200-8224-42CD-8B10-4DE06268414E}" dt="2026-08-13T12:34:06.698" v="332" actId="478"/>
          <ac:spMkLst>
            <pc:docMk/>
            <pc:sldMk cId="2725606290" sldId="274"/>
            <ac:spMk id="9" creationId="{AF324CE6-0D01-FD2A-C22E-6508E18A7F45}"/>
          </ac:spMkLst>
        </pc:spChg>
        <pc:spChg chg="add mod">
          <ac:chgData name="DABBAKUTI DABBAKUTI" userId="97f7af1edfd57745" providerId="LiveId" clId="{8041C200-8224-42CD-8B10-4DE06268414E}" dt="2026-08-13T12:36:35.704" v="379" actId="1076"/>
          <ac:spMkLst>
            <pc:docMk/>
            <pc:sldMk cId="2725606290" sldId="274"/>
            <ac:spMk id="12" creationId="{20AD2058-6081-F2D1-09F5-5F395FB727C8}"/>
          </ac:spMkLst>
        </pc:spChg>
        <pc:spChg chg="add mod">
          <ac:chgData name="DABBAKUTI DABBAKUTI" userId="97f7af1edfd57745" providerId="LiveId" clId="{8041C200-8224-42CD-8B10-4DE06268414E}" dt="2026-08-13T12:35:49.847" v="369" actId="1076"/>
          <ac:spMkLst>
            <pc:docMk/>
            <pc:sldMk cId="2725606290" sldId="274"/>
            <ac:spMk id="14" creationId="{D951FEFD-C44A-4046-18FD-C917485943A7}"/>
          </ac:spMkLst>
        </pc:spChg>
        <pc:graphicFrameChg chg="del">
          <ac:chgData name="DABBAKUTI DABBAKUTI" userId="97f7af1edfd57745" providerId="LiveId" clId="{8041C200-8224-42CD-8B10-4DE06268414E}" dt="2026-08-13T12:27:39.750" v="258" actId="21"/>
          <ac:graphicFrameMkLst>
            <pc:docMk/>
            <pc:sldMk cId="2725606290" sldId="274"/>
            <ac:graphicFrameMk id="8" creationId="{1861E957-FBF1-F817-88B1-7258C0B81D1A}"/>
          </ac:graphicFrameMkLst>
        </pc:graphicFrameChg>
        <pc:picChg chg="add mod modCrop">
          <ac:chgData name="DABBAKUTI DABBAKUTI" userId="97f7af1edfd57745" providerId="LiveId" clId="{8041C200-8224-42CD-8B10-4DE06268414E}" dt="2026-08-13T12:32:00.191" v="318" actId="1076"/>
          <ac:picMkLst>
            <pc:docMk/>
            <pc:sldMk cId="2725606290" sldId="274"/>
            <ac:picMk id="2" creationId="{E2BBA714-E836-25F8-867E-2478271FBF02}"/>
          </ac:picMkLst>
        </pc:picChg>
        <pc:picChg chg="add mod">
          <ac:chgData name="DABBAKUTI DABBAKUTI" userId="97f7af1edfd57745" providerId="LiveId" clId="{8041C200-8224-42CD-8B10-4DE06268414E}" dt="2026-08-13T12:34:18.543" v="342" actId="1076"/>
          <ac:picMkLst>
            <pc:docMk/>
            <pc:sldMk cId="2725606290" sldId="274"/>
            <ac:picMk id="3" creationId="{373BE798-9404-A9AD-6633-1E1BBF824954}"/>
          </ac:picMkLst>
        </pc:picChg>
        <pc:picChg chg="add del mod">
          <ac:chgData name="DABBAKUTI DABBAKUTI" userId="97f7af1edfd57745" providerId="LiveId" clId="{8041C200-8224-42CD-8B10-4DE06268414E}" dt="2026-08-13T12:34:04.580" v="331" actId="478"/>
          <ac:picMkLst>
            <pc:docMk/>
            <pc:sldMk cId="2725606290" sldId="274"/>
            <ac:picMk id="7" creationId="{9B848B4A-6965-DE1D-FC61-FEF1C103917D}"/>
          </ac:picMkLst>
        </pc:picChg>
        <pc:picChg chg="add mod modCrop">
          <ac:chgData name="DABBAKUTI DABBAKUTI" userId="97f7af1edfd57745" providerId="LiveId" clId="{8041C200-8224-42CD-8B10-4DE06268414E}" dt="2026-08-13T12:35:21.039" v="364" actId="1076"/>
          <ac:picMkLst>
            <pc:docMk/>
            <pc:sldMk cId="2725606290" sldId="274"/>
            <ac:picMk id="10" creationId="{E970F312-740B-D9DD-F6B7-78C87FF3DF56}"/>
          </ac:picMkLst>
        </pc:picChg>
      </pc:sldChg>
      <pc:sldChg chg="delSp modSp add mod">
        <pc:chgData name="DABBAKUTI DABBAKUTI" userId="97f7af1edfd57745" providerId="LiveId" clId="{8041C200-8224-42CD-8B10-4DE06268414E}" dt="2026-08-13T12:54:37.006" v="406" actId="20577"/>
        <pc:sldMkLst>
          <pc:docMk/>
          <pc:sldMk cId="2671312111" sldId="275"/>
        </pc:sldMkLst>
        <pc:spChg chg="mod">
          <ac:chgData name="DABBAKUTI DABBAKUTI" userId="97f7af1edfd57745" providerId="LiveId" clId="{8041C200-8224-42CD-8B10-4DE06268414E}" dt="2026-08-13T12:54:37.006" v="406" actId="20577"/>
          <ac:spMkLst>
            <pc:docMk/>
            <pc:sldMk cId="2671312111" sldId="275"/>
            <ac:spMk id="6" creationId="{79E12C00-C9BD-4F66-6723-F5D550209862}"/>
          </ac:spMkLst>
        </pc:spChg>
        <pc:picChg chg="del">
          <ac:chgData name="DABBAKUTI DABBAKUTI" userId="97f7af1edfd57745" providerId="LiveId" clId="{8041C200-8224-42CD-8B10-4DE06268414E}" dt="2026-08-13T12:54:13.835" v="385" actId="478"/>
          <ac:picMkLst>
            <pc:docMk/>
            <pc:sldMk cId="2671312111" sldId="275"/>
            <ac:picMk id="3" creationId="{7C77FF5D-2A91-6320-3BF4-EEE69D43E2C7}"/>
          </ac:picMkLst>
        </pc:picChg>
      </pc:sldChg>
      <pc:sldChg chg="addSp delSp modSp add mod">
        <pc:chgData name="DABBAKUTI DABBAKUTI" userId="97f7af1edfd57745" providerId="LiveId" clId="{8041C200-8224-42CD-8B10-4DE06268414E}" dt="2026-08-14T03:02:22.134" v="927" actId="6549"/>
        <pc:sldMkLst>
          <pc:docMk/>
          <pc:sldMk cId="439224321" sldId="276"/>
        </pc:sldMkLst>
        <pc:spChg chg="add mod">
          <ac:chgData name="DABBAKUTI DABBAKUTI" userId="97f7af1edfd57745" providerId="LiveId" clId="{8041C200-8224-42CD-8B10-4DE06268414E}" dt="2026-08-14T03:02:22.134" v="927" actId="6549"/>
          <ac:spMkLst>
            <pc:docMk/>
            <pc:sldMk cId="439224321" sldId="276"/>
            <ac:spMk id="4" creationId="{4D30C53F-58B1-5BD9-87A0-18EDF48E9E4D}"/>
          </ac:spMkLst>
        </pc:spChg>
        <pc:spChg chg="del">
          <ac:chgData name="DABBAKUTI DABBAKUTI" userId="97f7af1edfd57745" providerId="LiveId" clId="{8041C200-8224-42CD-8B10-4DE06268414E}" dt="2026-08-13T13:08:06.852" v="447" actId="478"/>
          <ac:spMkLst>
            <pc:docMk/>
            <pc:sldMk cId="439224321" sldId="276"/>
            <ac:spMk id="6" creationId="{95A8E41E-187E-0487-941B-D985106D1CE8}"/>
          </ac:spMkLst>
        </pc:spChg>
        <pc:graphicFrameChg chg="add del mod">
          <ac:chgData name="DABBAKUTI DABBAKUTI" userId="97f7af1edfd57745" providerId="LiveId" clId="{8041C200-8224-42CD-8B10-4DE06268414E}" dt="2026-08-13T12:55:42.197" v="410" actId="21"/>
          <ac:graphicFrameMkLst>
            <pc:docMk/>
            <pc:sldMk cId="439224321" sldId="276"/>
            <ac:graphicFrameMk id="2" creationId="{5493F642-908C-A928-DDE6-BD1CD503515D}"/>
          </ac:graphicFrameMkLst>
        </pc:graphicFrameChg>
        <pc:graphicFrameChg chg="del">
          <ac:chgData name="DABBAKUTI DABBAKUTI" userId="97f7af1edfd57745" providerId="LiveId" clId="{8041C200-8224-42CD-8B10-4DE06268414E}" dt="2026-08-13T12:55:37.855" v="408" actId="21"/>
          <ac:graphicFrameMkLst>
            <pc:docMk/>
            <pc:sldMk cId="439224321" sldId="276"/>
            <ac:graphicFrameMk id="8" creationId="{5493F642-908C-A928-DDE6-BD1CD503515D}"/>
          </ac:graphicFrameMkLst>
        </pc:graphicFrameChg>
        <pc:picChg chg="add del mod">
          <ac:chgData name="DABBAKUTI DABBAKUTI" userId="97f7af1edfd57745" providerId="LiveId" clId="{8041C200-8224-42CD-8B10-4DE06268414E}" dt="2026-08-13T13:09:46.980" v="451" actId="478"/>
          <ac:picMkLst>
            <pc:docMk/>
            <pc:sldMk cId="439224321" sldId="276"/>
            <ac:picMk id="7" creationId="{3BACF6BC-E132-D09F-A103-87BF9B2F7F88}"/>
          </ac:picMkLst>
        </pc:picChg>
      </pc:sldChg>
      <pc:sldChg chg="addSp delSp modSp add mod">
        <pc:chgData name="DABBAKUTI DABBAKUTI" userId="97f7af1edfd57745" providerId="LiveId" clId="{8041C200-8224-42CD-8B10-4DE06268414E}" dt="2026-08-13T13:44:10.480" v="688" actId="1076"/>
        <pc:sldMkLst>
          <pc:docMk/>
          <pc:sldMk cId="1160134731" sldId="277"/>
        </pc:sldMkLst>
        <pc:spChg chg="del">
          <ac:chgData name="DABBAKUTI DABBAKUTI" userId="97f7af1edfd57745" providerId="LiveId" clId="{8041C200-8224-42CD-8B10-4DE06268414E}" dt="2026-08-13T13:09:52.370" v="452" actId="478"/>
          <ac:spMkLst>
            <pc:docMk/>
            <pc:sldMk cId="1160134731" sldId="277"/>
            <ac:spMk id="4" creationId="{7D98FDBA-35C3-C518-7AA5-4F0EAA12A6BB}"/>
          </ac:spMkLst>
        </pc:spChg>
        <pc:picChg chg="add del mod">
          <ac:chgData name="DABBAKUTI DABBAKUTI" userId="97f7af1edfd57745" providerId="LiveId" clId="{8041C200-8224-42CD-8B10-4DE06268414E}" dt="2026-08-13T13:43:45.389" v="678" actId="478"/>
          <ac:picMkLst>
            <pc:docMk/>
            <pc:sldMk cId="1160134731" sldId="277"/>
            <ac:picMk id="2" creationId="{6AADCED2-1FB7-12B0-9C4B-4DD07CF18244}"/>
          </ac:picMkLst>
        </pc:picChg>
        <pc:picChg chg="add mod">
          <ac:chgData name="DABBAKUTI DABBAKUTI" userId="97f7af1edfd57745" providerId="LiveId" clId="{8041C200-8224-42CD-8B10-4DE06268414E}" dt="2026-08-13T13:44:04.795" v="686" actId="14100"/>
          <ac:picMkLst>
            <pc:docMk/>
            <pc:sldMk cId="1160134731" sldId="277"/>
            <ac:picMk id="3" creationId="{742AC67C-60B1-FEA7-863F-DFF942AE4894}"/>
          </ac:picMkLst>
        </pc:picChg>
        <pc:picChg chg="add mod">
          <ac:chgData name="DABBAKUTI DABBAKUTI" userId="97f7af1edfd57745" providerId="LiveId" clId="{8041C200-8224-42CD-8B10-4DE06268414E}" dt="2026-08-13T13:44:10.480" v="688" actId="1076"/>
          <ac:picMkLst>
            <pc:docMk/>
            <pc:sldMk cId="1160134731" sldId="277"/>
            <ac:picMk id="5" creationId="{54EFA7F8-891D-DBC4-F639-1C0DEF3BE869}"/>
          </ac:picMkLst>
        </pc:picChg>
        <pc:picChg chg="add mod">
          <ac:chgData name="DABBAKUTI DABBAKUTI" userId="97f7af1edfd57745" providerId="LiveId" clId="{8041C200-8224-42CD-8B10-4DE06268414E}" dt="2026-08-13T13:44:00.519" v="684" actId="1076"/>
          <ac:picMkLst>
            <pc:docMk/>
            <pc:sldMk cId="1160134731" sldId="277"/>
            <ac:picMk id="6" creationId="{C953EF17-0A46-A5C9-6565-CB21AFA03F88}"/>
          </ac:picMkLst>
        </pc:picChg>
        <pc:picChg chg="mod modCrop">
          <ac:chgData name="DABBAKUTI DABBAKUTI" userId="97f7af1edfd57745" providerId="LiveId" clId="{8041C200-8224-42CD-8B10-4DE06268414E}" dt="2026-08-13T13:10:15.640" v="457" actId="1076"/>
          <ac:picMkLst>
            <pc:docMk/>
            <pc:sldMk cId="1160134731" sldId="277"/>
            <ac:picMk id="7" creationId="{49AA9629-7590-1040-83DD-1275A4B78BD6}"/>
          </ac:picMkLst>
        </pc:picChg>
      </pc:sldChg>
      <pc:sldChg chg="delSp modSp add del mod">
        <pc:chgData name="DABBAKUTI DABBAKUTI" userId="97f7af1edfd57745" providerId="LiveId" clId="{8041C200-8224-42CD-8B10-4DE06268414E}" dt="2026-08-13T13:21:17.830" v="515" actId="47"/>
        <pc:sldMkLst>
          <pc:docMk/>
          <pc:sldMk cId="650329886" sldId="278"/>
        </pc:sldMkLst>
        <pc:picChg chg="del mod">
          <ac:chgData name="DABBAKUTI DABBAKUTI" userId="97f7af1edfd57745" providerId="LiveId" clId="{8041C200-8224-42CD-8B10-4DE06268414E}" dt="2026-08-13T13:15:35.820" v="473" actId="21"/>
          <ac:picMkLst>
            <pc:docMk/>
            <pc:sldMk cId="650329886" sldId="278"/>
            <ac:picMk id="3" creationId="{DDF82A61-833F-AFA8-AC79-BE63656A3504}"/>
          </ac:picMkLst>
        </pc:picChg>
        <pc:picChg chg="del">
          <ac:chgData name="DABBAKUTI DABBAKUTI" userId="97f7af1edfd57745" providerId="LiveId" clId="{8041C200-8224-42CD-8B10-4DE06268414E}" dt="2026-08-13T13:14:10.584" v="462" actId="478"/>
          <ac:picMkLst>
            <pc:docMk/>
            <pc:sldMk cId="650329886" sldId="278"/>
            <ac:picMk id="5" creationId="{CCD2F8C6-DB56-662C-D23E-6130F1329C42}"/>
          </ac:picMkLst>
        </pc:picChg>
        <pc:picChg chg="del">
          <ac:chgData name="DABBAKUTI DABBAKUTI" userId="97f7af1edfd57745" providerId="LiveId" clId="{8041C200-8224-42CD-8B10-4DE06268414E}" dt="2026-08-13T13:14:11.113" v="463" actId="478"/>
          <ac:picMkLst>
            <pc:docMk/>
            <pc:sldMk cId="650329886" sldId="278"/>
            <ac:picMk id="7" creationId="{4AFA35F1-F6F7-58C1-A9BF-D2FB8740052F}"/>
          </ac:picMkLst>
        </pc:picChg>
      </pc:sldChg>
      <pc:sldChg chg="addSp delSp modSp add mod">
        <pc:chgData name="DABBAKUTI DABBAKUTI" userId="97f7af1edfd57745" providerId="LiveId" clId="{8041C200-8224-42CD-8B10-4DE06268414E}" dt="2026-08-13T13:25:30.800" v="544" actId="14100"/>
        <pc:sldMkLst>
          <pc:docMk/>
          <pc:sldMk cId="199013323" sldId="279"/>
        </pc:sldMkLst>
        <pc:spChg chg="add mod">
          <ac:chgData name="DABBAKUTI DABBAKUTI" userId="97f7af1edfd57745" providerId="LiveId" clId="{8041C200-8224-42CD-8B10-4DE06268414E}" dt="2026-08-13T13:25:30.800" v="544" actId="14100"/>
          <ac:spMkLst>
            <pc:docMk/>
            <pc:sldMk cId="199013323" sldId="279"/>
            <ac:spMk id="5" creationId="{BAB25922-5FD0-55A2-0B00-40A287C3DF70}"/>
          </ac:spMkLst>
        </pc:spChg>
        <pc:spChg chg="del">
          <ac:chgData name="DABBAKUTI DABBAKUTI" userId="97f7af1edfd57745" providerId="LiveId" clId="{8041C200-8224-42CD-8B10-4DE06268414E}" dt="2026-08-13T13:16:25.034" v="481" actId="478"/>
          <ac:spMkLst>
            <pc:docMk/>
            <pc:sldMk cId="199013323" sldId="279"/>
            <ac:spMk id="6" creationId="{D605CC6A-8260-CCB2-DFBF-63C74690E3B1}"/>
          </ac:spMkLst>
        </pc:spChg>
        <pc:picChg chg="add mod">
          <ac:chgData name="DABBAKUTI DABBAKUTI" userId="97f7af1edfd57745" providerId="LiveId" clId="{8041C200-8224-42CD-8B10-4DE06268414E}" dt="2026-08-13T13:16:40.316" v="485" actId="1076"/>
          <ac:picMkLst>
            <pc:docMk/>
            <pc:sldMk cId="199013323" sldId="279"/>
            <ac:picMk id="2" creationId="{DDF82A61-833F-AFA8-AC79-BE63656A3504}"/>
          </ac:picMkLst>
        </pc:picChg>
        <pc:picChg chg="mod modCrop">
          <ac:chgData name="DABBAKUTI DABBAKUTI" userId="97f7af1edfd57745" providerId="LiveId" clId="{8041C200-8224-42CD-8B10-4DE06268414E}" dt="2026-08-13T13:16:36.207" v="484" actId="1076"/>
          <ac:picMkLst>
            <pc:docMk/>
            <pc:sldMk cId="199013323" sldId="279"/>
            <ac:picMk id="3" creationId="{DFC47A64-B71F-DF3E-447C-FC35B4D5D314}"/>
          </ac:picMkLst>
        </pc:picChg>
        <pc:picChg chg="del">
          <ac:chgData name="DABBAKUTI DABBAKUTI" userId="97f7af1edfd57745" providerId="LiveId" clId="{8041C200-8224-42CD-8B10-4DE06268414E}" dt="2026-08-13T13:15:27.629" v="470" actId="478"/>
          <ac:picMkLst>
            <pc:docMk/>
            <pc:sldMk cId="199013323" sldId="279"/>
            <ac:picMk id="4" creationId="{96454F2F-9B62-D311-C964-33C6BB851609}"/>
          </ac:picMkLst>
        </pc:picChg>
        <pc:picChg chg="del">
          <ac:chgData name="DABBAKUTI DABBAKUTI" userId="97f7af1edfd57745" providerId="LiveId" clId="{8041C200-8224-42CD-8B10-4DE06268414E}" dt="2026-08-13T13:15:32.401" v="472" actId="478"/>
          <ac:picMkLst>
            <pc:docMk/>
            <pc:sldMk cId="199013323" sldId="279"/>
            <ac:picMk id="8" creationId="{3FFD97A7-1B80-4901-E4BD-B96541B9A319}"/>
          </ac:picMkLst>
        </pc:picChg>
      </pc:sldChg>
      <pc:sldChg chg="delSp modSp add mod">
        <pc:chgData name="DABBAKUTI DABBAKUTI" userId="97f7af1edfd57745" providerId="LiveId" clId="{8041C200-8224-42CD-8B10-4DE06268414E}" dt="2026-08-13T13:19:43.831" v="514" actId="20577"/>
        <pc:sldMkLst>
          <pc:docMk/>
          <pc:sldMk cId="2313912922" sldId="280"/>
        </pc:sldMkLst>
        <pc:spChg chg="mod">
          <ac:chgData name="DABBAKUTI DABBAKUTI" userId="97f7af1edfd57745" providerId="LiveId" clId="{8041C200-8224-42CD-8B10-4DE06268414E}" dt="2026-08-13T13:19:43.831" v="514" actId="20577"/>
          <ac:spMkLst>
            <pc:docMk/>
            <pc:sldMk cId="2313912922" sldId="280"/>
            <ac:spMk id="6" creationId="{151DAC81-C561-DDAD-1BC3-603071E87CAA}"/>
          </ac:spMkLst>
        </pc:spChg>
        <pc:picChg chg="del">
          <ac:chgData name="DABBAKUTI DABBAKUTI" userId="97f7af1edfd57745" providerId="LiveId" clId="{8041C200-8224-42CD-8B10-4DE06268414E}" dt="2026-08-13T13:19:15.144" v="495" actId="478"/>
          <ac:picMkLst>
            <pc:docMk/>
            <pc:sldMk cId="2313912922" sldId="280"/>
            <ac:picMk id="3" creationId="{BFC23CF4-DB58-4047-4A74-503B7A9125A6}"/>
          </ac:picMkLst>
        </pc:picChg>
        <pc:picChg chg="mod">
          <ac:chgData name="DABBAKUTI DABBAKUTI" userId="97f7af1edfd57745" providerId="LiveId" clId="{8041C200-8224-42CD-8B10-4DE06268414E}" dt="2026-08-13T13:19:22.308" v="497" actId="14100"/>
          <ac:picMkLst>
            <pc:docMk/>
            <pc:sldMk cId="2313912922" sldId="280"/>
            <ac:picMk id="10" creationId="{2EEC0C52-D13F-AB0A-EAF1-73FACC0B3C8A}"/>
          </ac:picMkLst>
        </pc:picChg>
      </pc:sldChg>
      <pc:sldChg chg="addSp delSp modSp add mod">
        <pc:chgData name="DABBAKUTI DABBAKUTI" userId="97f7af1edfd57745" providerId="LiveId" clId="{8041C200-8224-42CD-8B10-4DE06268414E}" dt="2026-08-13T13:26:10.015" v="552"/>
        <pc:sldMkLst>
          <pc:docMk/>
          <pc:sldMk cId="1354887536" sldId="281"/>
        </pc:sldMkLst>
        <pc:spChg chg="mod">
          <ac:chgData name="DABBAKUTI DABBAKUTI" userId="97f7af1edfd57745" providerId="LiveId" clId="{8041C200-8224-42CD-8B10-4DE06268414E}" dt="2026-08-13T13:26:10.015" v="552"/>
          <ac:spMkLst>
            <pc:docMk/>
            <pc:sldMk cId="1354887536" sldId="281"/>
            <ac:spMk id="6" creationId="{048BD83B-AD75-D754-4A1A-E6B6B9231EA0}"/>
          </ac:spMkLst>
        </pc:spChg>
        <pc:graphicFrameChg chg="add del mod">
          <ac:chgData name="DABBAKUTI DABBAKUTI" userId="97f7af1edfd57745" providerId="LiveId" clId="{8041C200-8224-42CD-8B10-4DE06268414E}" dt="2026-08-13T13:26:07.980" v="551"/>
          <ac:graphicFrameMkLst>
            <pc:docMk/>
            <pc:sldMk cId="1354887536" sldId="281"/>
            <ac:graphicFrameMk id="3" creationId="{BB058447-CB85-5029-1B5A-080567E78745}"/>
          </ac:graphicFrameMkLst>
        </pc:graphicFrameChg>
        <pc:picChg chg="add mod">
          <ac:chgData name="DABBAKUTI DABBAKUTI" userId="97f7af1edfd57745" providerId="LiveId" clId="{8041C200-8224-42CD-8B10-4DE06268414E}" dt="2026-08-13T13:23:20.751" v="522" actId="1076"/>
          <ac:picMkLst>
            <pc:docMk/>
            <pc:sldMk cId="1354887536" sldId="281"/>
            <ac:picMk id="2" creationId="{F9FF4C24-6473-DA8A-FB32-5898AE67D268}"/>
          </ac:picMkLst>
        </pc:picChg>
        <pc:picChg chg="del">
          <ac:chgData name="DABBAKUTI DABBAKUTI" userId="97f7af1edfd57745" providerId="LiveId" clId="{8041C200-8224-42CD-8B10-4DE06268414E}" dt="2026-08-13T13:23:12.227" v="518" actId="478"/>
          <ac:picMkLst>
            <pc:docMk/>
            <pc:sldMk cId="1354887536" sldId="281"/>
            <ac:picMk id="5" creationId="{D5622B2C-EE03-F02D-A8F0-7B130B6B3807}"/>
          </ac:picMkLst>
        </pc:picChg>
        <pc:picChg chg="del">
          <ac:chgData name="DABBAKUTI DABBAKUTI" userId="97f7af1edfd57745" providerId="LiveId" clId="{8041C200-8224-42CD-8B10-4DE06268414E}" dt="2026-08-13T13:23:11.566" v="517" actId="478"/>
          <ac:picMkLst>
            <pc:docMk/>
            <pc:sldMk cId="1354887536" sldId="281"/>
            <ac:picMk id="7" creationId="{BAC1AC95-BD6F-B517-2F02-9516C0D22875}"/>
          </ac:picMkLst>
        </pc:picChg>
      </pc:sldChg>
      <pc:sldChg chg="addSp delSp modSp add mod">
        <pc:chgData name="DABBAKUTI DABBAKUTI" userId="97f7af1edfd57745" providerId="LiveId" clId="{8041C200-8224-42CD-8B10-4DE06268414E}" dt="2026-08-13T13:32:26.359" v="606" actId="1076"/>
        <pc:sldMkLst>
          <pc:docMk/>
          <pc:sldMk cId="202603391" sldId="282"/>
        </pc:sldMkLst>
        <pc:spChg chg="mod">
          <ac:chgData name="DABBAKUTI DABBAKUTI" userId="97f7af1edfd57745" providerId="LiveId" clId="{8041C200-8224-42CD-8B10-4DE06268414E}" dt="2026-08-13T13:32:14.628" v="602" actId="1076"/>
          <ac:spMkLst>
            <pc:docMk/>
            <pc:sldMk cId="202603391" sldId="282"/>
            <ac:spMk id="6" creationId="{059B9220-E7FB-9552-2817-35E279683D4A}"/>
          </ac:spMkLst>
        </pc:spChg>
        <pc:spChg chg="add mod">
          <ac:chgData name="DABBAKUTI DABBAKUTI" userId="97f7af1edfd57745" providerId="LiveId" clId="{8041C200-8224-42CD-8B10-4DE06268414E}" dt="2026-08-13T13:32:23.817" v="605" actId="255"/>
          <ac:spMkLst>
            <pc:docMk/>
            <pc:sldMk cId="202603391" sldId="282"/>
            <ac:spMk id="8" creationId="{E7F45C72-7D1E-D2C5-3BED-36FAA50EBADE}"/>
          </ac:spMkLst>
        </pc:spChg>
        <pc:picChg chg="add mod modCrop">
          <ac:chgData name="DABBAKUTI DABBAKUTI" userId="97f7af1edfd57745" providerId="LiveId" clId="{8041C200-8224-42CD-8B10-4DE06268414E}" dt="2026-08-13T13:32:26.359" v="606" actId="1076"/>
          <ac:picMkLst>
            <pc:docMk/>
            <pc:sldMk cId="202603391" sldId="282"/>
            <ac:picMk id="3" creationId="{9998A668-5095-252D-9D4B-1EBB81DC7355}"/>
          </ac:picMkLst>
        </pc:picChg>
        <pc:picChg chg="del">
          <ac:chgData name="DABBAKUTI DABBAKUTI" userId="97f7af1edfd57745" providerId="LiveId" clId="{8041C200-8224-42CD-8B10-4DE06268414E}" dt="2026-08-13T13:26:28.859" v="554" actId="478"/>
          <ac:picMkLst>
            <pc:docMk/>
            <pc:sldMk cId="202603391" sldId="282"/>
            <ac:picMk id="4" creationId="{89A275CA-83A3-3961-30D1-64E3512DA219}"/>
          </ac:picMkLst>
        </pc:picChg>
        <pc:picChg chg="add mod">
          <ac:chgData name="DABBAKUTI DABBAKUTI" userId="97f7af1edfd57745" providerId="LiveId" clId="{8041C200-8224-42CD-8B10-4DE06268414E}" dt="2026-08-13T13:32:11.527" v="601" actId="1076"/>
          <ac:picMkLst>
            <pc:docMk/>
            <pc:sldMk cId="202603391" sldId="282"/>
            <ac:picMk id="5" creationId="{CAB3AE88-1E53-A168-2C67-80D21050D080}"/>
          </ac:picMkLst>
        </pc:picChg>
      </pc:sldChg>
      <pc:sldChg chg="addSp delSp modSp add mod">
        <pc:chgData name="DABBAKUTI DABBAKUTI" userId="97f7af1edfd57745" providerId="LiveId" clId="{8041C200-8224-42CD-8B10-4DE06268414E}" dt="2026-08-13T14:08:07.581" v="838"/>
        <pc:sldMkLst>
          <pc:docMk/>
          <pc:sldMk cId="1536387820" sldId="283"/>
        </pc:sldMkLst>
        <pc:spChg chg="add mod">
          <ac:chgData name="DABBAKUTI DABBAKUTI" userId="97f7af1edfd57745" providerId="LiveId" clId="{8041C200-8224-42CD-8B10-4DE06268414E}" dt="2026-08-13T13:47:14.504" v="749" actId="1076"/>
          <ac:spMkLst>
            <pc:docMk/>
            <pc:sldMk cId="1536387820" sldId="283"/>
            <ac:spMk id="3" creationId="{A8246897-2D03-366E-69E4-F1F123A4E118}"/>
          </ac:spMkLst>
        </pc:spChg>
        <pc:spChg chg="mod">
          <ac:chgData name="DABBAKUTI DABBAKUTI" userId="97f7af1edfd57745" providerId="LiveId" clId="{8041C200-8224-42CD-8B10-4DE06268414E}" dt="2026-08-13T13:47:08.455" v="747" actId="1076"/>
          <ac:spMkLst>
            <pc:docMk/>
            <pc:sldMk cId="1536387820" sldId="283"/>
            <ac:spMk id="6" creationId="{9A2AE5D2-2A9B-9E17-3975-6D639AD01C8E}"/>
          </ac:spMkLst>
        </pc:spChg>
        <pc:spChg chg="add del">
          <ac:chgData name="DABBAKUTI DABBAKUTI" userId="97f7af1edfd57745" providerId="LiveId" clId="{8041C200-8224-42CD-8B10-4DE06268414E}" dt="2026-08-13T14:08:07.581" v="838"/>
          <ac:spMkLst>
            <pc:docMk/>
            <pc:sldMk cId="1536387820" sldId="283"/>
            <ac:spMk id="9" creationId="{601C9829-2C48-7007-9EAF-249961FDD553}"/>
          </ac:spMkLst>
        </pc:spChg>
        <pc:graphicFrameChg chg="add mod">
          <ac:chgData name="DABBAKUTI DABBAKUTI" userId="97f7af1edfd57745" providerId="LiveId" clId="{8041C200-8224-42CD-8B10-4DE06268414E}" dt="2026-08-13T14:08:05.857" v="836"/>
          <ac:graphicFrameMkLst>
            <pc:docMk/>
            <pc:sldMk cId="1536387820" sldId="283"/>
            <ac:graphicFrameMk id="5" creationId="{F6D65CAD-F5BE-B820-183B-7B2537380370}"/>
          </ac:graphicFrameMkLst>
        </pc:graphicFrameChg>
        <pc:graphicFrameChg chg="del">
          <ac:chgData name="DABBAKUTI DABBAKUTI" userId="97f7af1edfd57745" providerId="LiveId" clId="{8041C200-8224-42CD-8B10-4DE06268414E}" dt="2026-08-13T13:44:27.920" v="690" actId="478"/>
          <ac:graphicFrameMkLst>
            <pc:docMk/>
            <pc:sldMk cId="1536387820" sldId="283"/>
            <ac:graphicFrameMk id="8" creationId="{539E1A3C-1BBC-3F5D-F079-3E6316E28A03}"/>
          </ac:graphicFrameMkLst>
        </pc:graphicFrameChg>
        <pc:picChg chg="add mod">
          <ac:chgData name="DABBAKUTI DABBAKUTI" userId="97f7af1edfd57745" providerId="LiveId" clId="{8041C200-8224-42CD-8B10-4DE06268414E}" dt="2026-08-13T13:47:26.364" v="752" actId="1076"/>
          <ac:picMkLst>
            <pc:docMk/>
            <pc:sldMk cId="1536387820" sldId="283"/>
            <ac:picMk id="4" creationId="{66635CCB-62B6-3311-7E25-5BBF6FC0255F}"/>
          </ac:picMkLst>
        </pc:picChg>
      </pc:sldChg>
      <pc:sldChg chg="modSp add mod">
        <pc:chgData name="DABBAKUTI DABBAKUTI" userId="97f7af1edfd57745" providerId="LiveId" clId="{8041C200-8224-42CD-8B10-4DE06268414E}" dt="2026-08-13T13:49:13.352" v="773" actId="207"/>
        <pc:sldMkLst>
          <pc:docMk/>
          <pc:sldMk cId="554923378" sldId="284"/>
        </pc:sldMkLst>
        <pc:spChg chg="mod">
          <ac:chgData name="DABBAKUTI DABBAKUTI" userId="97f7af1edfd57745" providerId="LiveId" clId="{8041C200-8224-42CD-8B10-4DE06268414E}" dt="2026-08-13T13:49:13.352" v="773" actId="207"/>
          <ac:spMkLst>
            <pc:docMk/>
            <pc:sldMk cId="554923378" sldId="284"/>
            <ac:spMk id="3" creationId="{62A596BC-094E-A21C-1B42-D378AB104376}"/>
          </ac:spMkLst>
        </pc:spChg>
        <pc:spChg chg="mod">
          <ac:chgData name="DABBAKUTI DABBAKUTI" userId="97f7af1edfd57745" providerId="LiveId" clId="{8041C200-8224-42CD-8B10-4DE06268414E}" dt="2026-08-13T13:47:48.740" v="757" actId="6549"/>
          <ac:spMkLst>
            <pc:docMk/>
            <pc:sldMk cId="554923378" sldId="284"/>
            <ac:spMk id="6" creationId="{FC173EF1-15F8-83C0-4BA4-37B865922603}"/>
          </ac:spMkLst>
        </pc:spChg>
        <pc:picChg chg="mod">
          <ac:chgData name="DABBAKUTI DABBAKUTI" userId="97f7af1edfd57745" providerId="LiveId" clId="{8041C200-8224-42CD-8B10-4DE06268414E}" dt="2026-08-13T13:49:01.546" v="770" actId="1076"/>
          <ac:picMkLst>
            <pc:docMk/>
            <pc:sldMk cId="554923378" sldId="284"/>
            <ac:picMk id="4" creationId="{3E15BCB5-E99D-44DC-891E-DEF197EA61DC}"/>
          </ac:picMkLst>
        </pc:picChg>
      </pc:sldChg>
      <pc:sldChg chg="addSp modSp add mod">
        <pc:chgData name="DABBAKUTI DABBAKUTI" userId="97f7af1edfd57745" providerId="LiveId" clId="{8041C200-8224-42CD-8B10-4DE06268414E}" dt="2026-08-13T14:14:45.041" v="921" actId="20577"/>
        <pc:sldMkLst>
          <pc:docMk/>
          <pc:sldMk cId="1830137545" sldId="285"/>
        </pc:sldMkLst>
        <pc:spChg chg="mod">
          <ac:chgData name="DABBAKUTI DABBAKUTI" userId="97f7af1edfd57745" providerId="LiveId" clId="{8041C200-8224-42CD-8B10-4DE06268414E}" dt="2026-08-13T14:14:45.041" v="921" actId="20577"/>
          <ac:spMkLst>
            <pc:docMk/>
            <pc:sldMk cId="1830137545" sldId="285"/>
            <ac:spMk id="3" creationId="{25B6D6DF-AB62-FAC7-577D-CE1A0435F7EA}"/>
          </ac:spMkLst>
        </pc:spChg>
        <pc:spChg chg="add mod">
          <ac:chgData name="DABBAKUTI DABBAKUTI" userId="97f7af1edfd57745" providerId="LiveId" clId="{8041C200-8224-42CD-8B10-4DE06268414E}" dt="2026-08-13T14:00:56.591" v="796" actId="1076"/>
          <ac:spMkLst>
            <pc:docMk/>
            <pc:sldMk cId="1830137545" sldId="285"/>
            <ac:spMk id="5" creationId="{4B77CE5A-E323-62CF-7752-6C8D94EA2382}"/>
          </ac:spMkLst>
        </pc:spChg>
        <pc:spChg chg="mod">
          <ac:chgData name="DABBAKUTI DABBAKUTI" userId="97f7af1edfd57745" providerId="LiveId" clId="{8041C200-8224-42CD-8B10-4DE06268414E}" dt="2026-08-13T14:01:23.691" v="797"/>
          <ac:spMkLst>
            <pc:docMk/>
            <pc:sldMk cId="1830137545" sldId="285"/>
            <ac:spMk id="6" creationId="{19E87A4D-1815-4130-0688-806CC3DD650A}"/>
          </ac:spMkLst>
        </pc:spChg>
        <pc:picChg chg="mod">
          <ac:chgData name="DABBAKUTI DABBAKUTI" userId="97f7af1edfd57745" providerId="LiveId" clId="{8041C200-8224-42CD-8B10-4DE06268414E}" dt="2026-08-13T14:01:43.607" v="799" actId="1076"/>
          <ac:picMkLst>
            <pc:docMk/>
            <pc:sldMk cId="1830137545" sldId="285"/>
            <ac:picMk id="4" creationId="{2593B2AE-D4C3-6223-639D-2BD55BF7B31E}"/>
          </ac:picMkLst>
        </pc:picChg>
      </pc:sldChg>
      <pc:sldChg chg="addSp delSp modSp add mod">
        <pc:chgData name="DABBAKUTI DABBAKUTI" userId="97f7af1edfd57745" providerId="LiveId" clId="{8041C200-8224-42CD-8B10-4DE06268414E}" dt="2026-08-13T14:07:37.495" v="834" actId="1076"/>
        <pc:sldMkLst>
          <pc:docMk/>
          <pc:sldMk cId="3487906471" sldId="286"/>
        </pc:sldMkLst>
        <pc:spChg chg="del">
          <ac:chgData name="DABBAKUTI DABBAKUTI" userId="97f7af1edfd57745" providerId="LiveId" clId="{8041C200-8224-42CD-8B10-4DE06268414E}" dt="2026-08-13T14:05:54.221" v="805" actId="478"/>
          <ac:spMkLst>
            <pc:docMk/>
            <pc:sldMk cId="3487906471" sldId="286"/>
            <ac:spMk id="3" creationId="{C2F930EA-1D73-C47E-E5E3-5E07C58748FA}"/>
          </ac:spMkLst>
        </pc:spChg>
        <pc:spChg chg="del mod">
          <ac:chgData name="DABBAKUTI DABBAKUTI" userId="97f7af1edfd57745" providerId="LiveId" clId="{8041C200-8224-42CD-8B10-4DE06268414E}" dt="2026-08-13T14:05:52.586" v="804" actId="478"/>
          <ac:spMkLst>
            <pc:docMk/>
            <pc:sldMk cId="3487906471" sldId="286"/>
            <ac:spMk id="5" creationId="{D1372290-9F41-231A-4FE4-E8CB8C7F44DB}"/>
          </ac:spMkLst>
        </pc:spChg>
        <pc:spChg chg="del">
          <ac:chgData name="DABBAKUTI DABBAKUTI" userId="97f7af1edfd57745" providerId="LiveId" clId="{8041C200-8224-42CD-8B10-4DE06268414E}" dt="2026-08-13T14:05:48.915" v="802" actId="478"/>
          <ac:spMkLst>
            <pc:docMk/>
            <pc:sldMk cId="3487906471" sldId="286"/>
            <ac:spMk id="6" creationId="{AC261C5E-EA50-FDC0-8AC3-DDD51DB8C1CB}"/>
          </ac:spMkLst>
        </pc:spChg>
        <pc:spChg chg="add mod">
          <ac:chgData name="DABBAKUTI DABBAKUTI" userId="97f7af1edfd57745" providerId="LiveId" clId="{8041C200-8224-42CD-8B10-4DE06268414E}" dt="2026-08-13T14:07:31.866" v="832" actId="255"/>
          <ac:spMkLst>
            <pc:docMk/>
            <pc:sldMk cId="3487906471" sldId="286"/>
            <ac:spMk id="7" creationId="{B6B33302-D8DA-B3F1-DE49-65920CFC0D19}"/>
          </ac:spMkLst>
        </pc:spChg>
        <pc:spChg chg="add mod">
          <ac:chgData name="DABBAKUTI DABBAKUTI" userId="97f7af1edfd57745" providerId="LiveId" clId="{8041C200-8224-42CD-8B10-4DE06268414E}" dt="2026-08-13T14:07:37.495" v="834" actId="1076"/>
          <ac:spMkLst>
            <pc:docMk/>
            <pc:sldMk cId="3487906471" sldId="286"/>
            <ac:spMk id="10" creationId="{64333C10-0E6E-C15A-96B8-DEE7271B43EC}"/>
          </ac:spMkLst>
        </pc:spChg>
        <pc:graphicFrameChg chg="add mod modGraphic">
          <ac:chgData name="DABBAKUTI DABBAKUTI" userId="97f7af1edfd57745" providerId="LiveId" clId="{8041C200-8224-42CD-8B10-4DE06268414E}" dt="2026-08-13T14:07:34.063" v="833" actId="1076"/>
          <ac:graphicFrameMkLst>
            <pc:docMk/>
            <pc:sldMk cId="3487906471" sldId="286"/>
            <ac:graphicFrameMk id="8" creationId="{424838F5-6212-B2CC-52B4-9448AD4AE432}"/>
          </ac:graphicFrameMkLst>
        </pc:graphicFrameChg>
        <pc:picChg chg="del">
          <ac:chgData name="DABBAKUTI DABBAKUTI" userId="97f7af1edfd57745" providerId="LiveId" clId="{8041C200-8224-42CD-8B10-4DE06268414E}" dt="2026-08-13T14:05:47.405" v="801" actId="478"/>
          <ac:picMkLst>
            <pc:docMk/>
            <pc:sldMk cId="3487906471" sldId="286"/>
            <ac:picMk id="4" creationId="{535FF9D3-8A5F-B565-B888-4F5CF4D27E61}"/>
          </ac:picMkLst>
        </pc:picChg>
      </pc:sldChg>
      <pc:sldChg chg="addSp modSp add mod ord">
        <pc:chgData name="DABBAKUTI DABBAKUTI" userId="97f7af1edfd57745" providerId="LiveId" clId="{8041C200-8224-42CD-8B10-4DE06268414E}" dt="2026-08-13T14:13:13.827" v="908" actId="6549"/>
        <pc:sldMkLst>
          <pc:docMk/>
          <pc:sldMk cId="1521844776" sldId="287"/>
        </pc:sldMkLst>
        <pc:spChg chg="add mod">
          <ac:chgData name="DABBAKUTI DABBAKUTI" userId="97f7af1edfd57745" providerId="LiveId" clId="{8041C200-8224-42CD-8B10-4DE06268414E}" dt="2026-08-13T14:11:32.431" v="892" actId="1076"/>
          <ac:spMkLst>
            <pc:docMk/>
            <pc:sldMk cId="1521844776" sldId="287"/>
            <ac:spMk id="3" creationId="{278595FE-5CC7-DC8A-A7FD-925FDAB6400C}"/>
          </ac:spMkLst>
        </pc:spChg>
        <pc:spChg chg="mod">
          <ac:chgData name="DABBAKUTI DABBAKUTI" userId="97f7af1edfd57745" providerId="LiveId" clId="{8041C200-8224-42CD-8B10-4DE06268414E}" dt="2026-08-13T14:10:33.514" v="843" actId="6549"/>
          <ac:spMkLst>
            <pc:docMk/>
            <pc:sldMk cId="1521844776" sldId="287"/>
            <ac:spMk id="7" creationId="{E862D234-5208-38D4-B5DB-157CACE4134B}"/>
          </ac:spMkLst>
        </pc:spChg>
        <pc:graphicFrameChg chg="mod modGraphic">
          <ac:chgData name="DABBAKUTI DABBAKUTI" userId="97f7af1edfd57745" providerId="LiveId" clId="{8041C200-8224-42CD-8B10-4DE06268414E}" dt="2026-08-13T14:13:13.827" v="908" actId="6549"/>
          <ac:graphicFrameMkLst>
            <pc:docMk/>
            <pc:sldMk cId="1521844776" sldId="287"/>
            <ac:graphicFrameMk id="8" creationId="{1097761C-CCE3-CFEE-577D-D8CF67F764FB}"/>
          </ac:graphicFrameMkLst>
        </pc:graphicFrameChg>
      </pc:sldChg>
      <pc:sldChg chg="add del">
        <pc:chgData name="DABBAKUTI DABBAKUTI" userId="97f7af1edfd57745" providerId="LiveId" clId="{8041C200-8224-42CD-8B10-4DE06268414E}" dt="2026-08-13T14:13:25.823" v="910" actId="47"/>
        <pc:sldMkLst>
          <pc:docMk/>
          <pc:sldMk cId="1381880527" sldId="288"/>
        </pc:sldMkLst>
      </pc:sldChg>
      <pc:sldChg chg="delSp modSp add mod">
        <pc:chgData name="DABBAKUTI DABBAKUTI" userId="97f7af1edfd57745" providerId="LiveId" clId="{8041C200-8224-42CD-8B10-4DE06268414E}" dt="2026-08-13T14:13:46.423" v="917" actId="478"/>
        <pc:sldMkLst>
          <pc:docMk/>
          <pc:sldMk cId="3118131949" sldId="289"/>
        </pc:sldMkLst>
        <pc:spChg chg="del">
          <ac:chgData name="DABBAKUTI DABBAKUTI" userId="97f7af1edfd57745" providerId="LiveId" clId="{8041C200-8224-42CD-8B10-4DE06268414E}" dt="2026-08-13T14:13:46.423" v="917" actId="478"/>
          <ac:spMkLst>
            <pc:docMk/>
            <pc:sldMk cId="3118131949" sldId="289"/>
            <ac:spMk id="3" creationId="{5407B16E-4199-71AA-30E2-0CCFD66FD65C}"/>
          </ac:spMkLst>
        </pc:spChg>
        <pc:graphicFrameChg chg="modGraphic">
          <ac:chgData name="DABBAKUTI DABBAKUTI" userId="97f7af1edfd57745" providerId="LiveId" clId="{8041C200-8224-42CD-8B10-4DE06268414E}" dt="2026-08-13T14:13:39.515" v="916" actId="6549"/>
          <ac:graphicFrameMkLst>
            <pc:docMk/>
            <pc:sldMk cId="3118131949" sldId="289"/>
            <ac:graphicFrameMk id="8" creationId="{2854E0F5-4F2D-B9C4-1229-A78039470B38}"/>
          </ac:graphicFrameMkLst>
        </pc:graphicFrameChg>
      </pc:sldChg>
      <pc:sldChg chg="addSp delSp modSp add mod">
        <pc:chgData name="DABBAKUTI DABBAKUTI" userId="97f7af1edfd57745" providerId="LiveId" clId="{8041C200-8224-42CD-8B10-4DE06268414E}" dt="2026-08-14T03:28:00.420" v="979" actId="1076"/>
        <pc:sldMkLst>
          <pc:docMk/>
          <pc:sldMk cId="2547078330" sldId="290"/>
        </pc:sldMkLst>
        <pc:spChg chg="add mod">
          <ac:chgData name="DABBAKUTI DABBAKUTI" userId="97f7af1edfd57745" providerId="LiveId" clId="{8041C200-8224-42CD-8B10-4DE06268414E}" dt="2026-08-14T03:12:20.340" v="944" actId="113"/>
          <ac:spMkLst>
            <pc:docMk/>
            <pc:sldMk cId="2547078330" sldId="290"/>
            <ac:spMk id="8" creationId="{8DFCA5A7-70B0-834C-7246-64DEB08AF41D}"/>
          </ac:spMkLst>
        </pc:spChg>
        <pc:graphicFrameChg chg="add del mod">
          <ac:chgData name="DABBAKUTI DABBAKUTI" userId="97f7af1edfd57745" providerId="LiveId" clId="{8041C200-8224-42CD-8B10-4DE06268414E}" dt="2026-08-14T03:11:54.931" v="938"/>
          <ac:graphicFrameMkLst>
            <pc:docMk/>
            <pc:sldMk cId="2547078330" sldId="290"/>
            <ac:graphicFrameMk id="2" creationId="{0F475EFF-41A8-6137-3281-1B9F42634B2C}"/>
          </ac:graphicFrameMkLst>
        </pc:graphicFrameChg>
        <pc:graphicFrameChg chg="add del mod">
          <ac:chgData name="DABBAKUTI DABBAKUTI" userId="97f7af1edfd57745" providerId="LiveId" clId="{8041C200-8224-42CD-8B10-4DE06268414E}" dt="2026-08-14T03:19:03.843" v="953"/>
          <ac:graphicFrameMkLst>
            <pc:docMk/>
            <pc:sldMk cId="2547078330" sldId="290"/>
            <ac:graphicFrameMk id="11" creationId="{7F6EBA1A-7C7E-12E7-7731-F6654B254BF5}"/>
          </ac:graphicFrameMkLst>
        </pc:graphicFrameChg>
        <pc:graphicFrameChg chg="add mod modGraphic">
          <ac:chgData name="DABBAKUTI DABBAKUTI" userId="97f7af1edfd57745" providerId="LiveId" clId="{8041C200-8224-42CD-8B10-4DE06268414E}" dt="2026-08-14T03:28:00.420" v="979" actId="1076"/>
          <ac:graphicFrameMkLst>
            <pc:docMk/>
            <pc:sldMk cId="2547078330" sldId="290"/>
            <ac:graphicFrameMk id="12" creationId="{A9A0D13F-208B-55B2-B47E-A36FE1596051}"/>
          </ac:graphicFrameMkLst>
        </pc:graphicFrameChg>
        <pc:picChg chg="del">
          <ac:chgData name="DABBAKUTI DABBAKUTI" userId="97f7af1edfd57745" providerId="LiveId" clId="{8041C200-8224-42CD-8B10-4DE06268414E}" dt="2026-08-14T03:11:48.961" v="930" actId="478"/>
          <ac:picMkLst>
            <pc:docMk/>
            <pc:sldMk cId="2547078330" sldId="290"/>
            <ac:picMk id="3" creationId="{DBE32066-D44A-6C41-C10D-D8E151953530}"/>
          </ac:picMkLst>
        </pc:picChg>
        <pc:picChg chg="del">
          <ac:chgData name="DABBAKUTI DABBAKUTI" userId="97f7af1edfd57745" providerId="LiveId" clId="{8041C200-8224-42CD-8B10-4DE06268414E}" dt="2026-08-14T03:11:50.400" v="932" actId="478"/>
          <ac:picMkLst>
            <pc:docMk/>
            <pc:sldMk cId="2547078330" sldId="290"/>
            <ac:picMk id="5" creationId="{ADC1B37C-4D53-1027-D9CD-7C4439E58E49}"/>
          </ac:picMkLst>
        </pc:picChg>
        <pc:picChg chg="del">
          <ac:chgData name="DABBAKUTI DABBAKUTI" userId="97f7af1edfd57745" providerId="LiveId" clId="{8041C200-8224-42CD-8B10-4DE06268414E}" dt="2026-08-14T03:11:49.702" v="931" actId="478"/>
          <ac:picMkLst>
            <pc:docMk/>
            <pc:sldMk cId="2547078330" sldId="290"/>
            <ac:picMk id="6" creationId="{D6F03CEF-8D4E-7ADB-8025-251ADA2F63F9}"/>
          </ac:picMkLst>
        </pc:picChg>
        <pc:picChg chg="del">
          <ac:chgData name="DABBAKUTI DABBAKUTI" userId="97f7af1edfd57745" providerId="LiveId" clId="{8041C200-8224-42CD-8B10-4DE06268414E}" dt="2026-08-14T03:11:46.471" v="929" actId="478"/>
          <ac:picMkLst>
            <pc:docMk/>
            <pc:sldMk cId="2547078330" sldId="290"/>
            <ac:picMk id="7" creationId="{9EC0AFEF-ECEB-958A-F239-0A073B4D4BD6}"/>
          </ac:picMkLst>
        </pc:picChg>
        <pc:picChg chg="add mod">
          <ac:chgData name="DABBAKUTI DABBAKUTI" userId="97f7af1edfd57745" providerId="LiveId" clId="{8041C200-8224-42CD-8B10-4DE06268414E}" dt="2026-08-14T03:12:42.241" v="948" actId="1076"/>
          <ac:picMkLst>
            <pc:docMk/>
            <pc:sldMk cId="2547078330" sldId="290"/>
            <ac:picMk id="9" creationId="{26DF70F0-5752-1BE7-CD1A-719D71C9A37D}"/>
          </ac:picMkLst>
        </pc:picChg>
        <pc:picChg chg="add del mod">
          <ac:chgData name="DABBAKUTI DABBAKUTI" userId="97f7af1edfd57745" providerId="LiveId" clId="{8041C200-8224-42CD-8B10-4DE06268414E}" dt="2026-08-14T03:25:25.455" v="962" actId="478"/>
          <ac:picMkLst>
            <pc:docMk/>
            <pc:sldMk cId="2547078330" sldId="290"/>
            <ac:picMk id="10" creationId="{67B7C563-1CFA-6FF3-4D5F-29C1919BBA5A}"/>
          </ac:picMkLst>
        </pc:picChg>
        <pc:picChg chg="add mod modCrop">
          <ac:chgData name="DABBAKUTI DABBAKUTI" userId="97f7af1edfd57745" providerId="LiveId" clId="{8041C200-8224-42CD-8B10-4DE06268414E}" dt="2026-08-14T03:27:56.740" v="978" actId="14100"/>
          <ac:picMkLst>
            <pc:docMk/>
            <pc:sldMk cId="2547078330" sldId="290"/>
            <ac:picMk id="14" creationId="{A4B14AEB-8C3A-02EB-8E43-F94288E9F0AD}"/>
          </ac:picMkLst>
        </pc:picChg>
      </pc:sldChg>
      <pc:sldChg chg="add del">
        <pc:chgData name="DABBAKUTI DABBAKUTI" userId="97f7af1edfd57745" providerId="LiveId" clId="{8041C200-8224-42CD-8B10-4DE06268414E}" dt="2026-08-14T03:11:54.931" v="938"/>
        <pc:sldMkLst>
          <pc:docMk/>
          <pc:sldMk cId="1917619070" sldId="2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4D3A19-C23D-40CA-BFEB-1A0F0E8A518F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3B6F15-946A-4074-A4F7-8B5C7A53F7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958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B6F15-946A-4074-A4F7-8B5C7A53F7B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977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D239C-3EA4-BF65-7BCF-32E0E990A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FC132D-4975-DB35-A511-C72C8B8B50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85BC44-2776-D9DA-B284-6D641F292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EC434-98C0-469D-901B-2326F0C51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B6F15-946A-4074-A4F7-8B5C7A53F7B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861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2855F-851E-2589-A46A-57A5929E8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2DDCE8-B38E-D5F1-4209-A36BC6A8DB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D703D-0670-0B4E-73AB-1B6E5C9B4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8156B-D86D-06E2-6182-B4A4A5AFC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B6F15-946A-4074-A4F7-8B5C7A53F7B1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512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7A5ED-1155-27A5-9942-33562EC05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E11A7-A8C1-B987-367E-489C36CDE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829AE-C5BF-8D27-AC79-225EC68FA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9398E-6C13-0141-A7CF-EC74FE6BB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B6F15-946A-4074-A4F7-8B5C7A53F7B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350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8B8AF-2255-32D0-6760-26AB39BEB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083A04-F412-3481-BF11-63FCA4FD7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9C4BB-3387-200B-9068-159B2A585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37AAD-1A53-4DCF-925B-0A54E7BBF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B6F15-946A-4074-A4F7-8B5C7A53F7B1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274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7104D-C0DC-1944-DA43-1103E2652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F5DA11-6F1D-5087-672D-82AE31EBC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16B47A-F95D-8934-92DB-8402D4201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6AAE3-7ACB-AEE5-807E-CC10219BA7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B6F15-946A-4074-A4F7-8B5C7A53F7B1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507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B6F15-946A-4074-A4F7-8B5C7A53F7B1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519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B3F79-5D06-AB7D-0A17-DFFAF9FE3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8EF025-D23F-BFA2-235D-65244539E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495C9-80B8-D4E2-648E-B8A7C1455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0E34-6221-4EAB-97D0-78245363502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2ACBE-99F0-C367-7843-CFADFFDB9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D353C-3507-A31E-82B5-187FCF78C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51E2-75BD-4BD3-89BA-DB226C087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095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C38EA-F23A-E4EB-1C03-AA6661BF6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62E2E-6629-9DE7-50A5-22D7FF3B6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1DDA7-8B45-6E06-A02C-B35F908E4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0E34-6221-4EAB-97D0-78245363502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C221F-E944-34AF-5FDC-D1DE47C06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0F048-D60D-2E4B-5A3B-1A67A929F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51E2-75BD-4BD3-89BA-DB226C087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687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F58AA-DCE6-632D-E1BA-561DF348B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109C6-82D1-22EB-AB67-590F1E7E3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9ACBE-D400-6E51-125C-3B7BC495B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0E34-6221-4EAB-97D0-78245363502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ED5B2-A2FC-9392-1128-DD96A1DD7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68C29-E352-A3E1-9F8F-596F6F6BF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51E2-75BD-4BD3-89BA-DB226C087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226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CF86B-114D-B1CF-AC06-C4BBC0CDA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E1F54-2966-E4F8-DE5F-E11A93F294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A9E40C-841B-FE7E-7492-114CB4BC2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82278-287D-FA3D-3CB8-A3826A709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0E34-6221-4EAB-97D0-78245363502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C4F54-F1A0-EA48-4BAF-79BD46938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84B22-D452-D9E7-5708-C3D2576C8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51E2-75BD-4BD3-89BA-DB226C087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513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9248-C57F-3BD0-6473-B9D5B44D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58CBB-027D-3556-954B-C9AD14BD5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5BD9E2-136C-4403-D2BB-416A5271B3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2920E0-F8ED-5715-352A-0CE3D2854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84EE2E-4E2F-2BEA-A72B-21F71B0874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B3595B-4654-7899-BD0A-3B210D3CF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0E34-6221-4EAB-97D0-78245363502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894670-D868-0DB3-994E-3BB92EFE4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0E8FA2-5D40-1FA9-417B-15E0ECF58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51E2-75BD-4BD3-89BA-DB226C087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033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B56F2-6743-C8B3-A5B8-03FE99DE9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DA006D-7105-2E9E-CAB9-4BC4DE331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0E34-6221-4EAB-97D0-78245363502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738C11-93D7-20FE-C4A9-AF758F2FF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831D08-31BE-1200-E08B-02D2A3BE7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51E2-75BD-4BD3-89BA-DB226C087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558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C18DF6-4DF8-2A22-3C46-D1215A4AE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0E34-6221-4EAB-97D0-78245363502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D2729A-2119-DDDE-6B12-6CD9E5837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58B53-4CFF-AC6F-FF7F-32554683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51E2-75BD-4BD3-89BA-DB226C087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620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2DF9A-01E1-8D0D-F07C-D9C51A13F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60CF9-5B4C-B009-90F5-9F0B4E7C6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AA46D-A8DD-71B1-CA66-76D9D1959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059F8-CDEA-DDD6-5598-68DE60A03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0E34-6221-4EAB-97D0-78245363502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452AC-9AF7-DEB2-ECD8-FFC70AB1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FC858-81DC-AB61-7C5C-83D6DF81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51E2-75BD-4BD3-89BA-DB226C087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671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882DC-B567-CE85-3C91-CD02272A6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35F952-844A-E42D-84B9-29E619B60B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7437CF-FE31-1D6F-4343-E7CE1C4C5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90118-DEF0-371E-B06C-4864FDBDE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0E34-6221-4EAB-97D0-78245363502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B0195-CE3D-3222-A9A7-55CBABF38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22295-5558-9139-A14A-C71B54D45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51E2-75BD-4BD3-89BA-DB226C087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063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879E7-AB6C-7882-642F-12C2216FE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B42F33-53B2-4A47-07F1-C4C35AB44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B5228-9B08-E8E0-6713-284C76178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0E34-6221-4EAB-97D0-78245363502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7EE5F-9034-BD9D-70F6-3675B54F1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FC637-FC11-6DE2-EFBD-9A9628DB9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51E2-75BD-4BD3-89BA-DB226C087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280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C81B0E-7535-04F2-2230-5B47E6EA6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2FC6D6-6401-6593-7226-D6A22FF42A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5C42A-54CA-7D5A-F149-2772E4C7F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0E34-6221-4EAB-97D0-78245363502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CE7CB-7441-36A2-064A-91962EF62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A69B3-7250-68D6-71B8-DAE8CEB05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51E2-75BD-4BD3-89BA-DB226C087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156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ED67EB-EE3A-296E-0BCD-90066D443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E9DCE-2C8C-03BB-763E-7F34A8D92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7A717-0B26-BD54-DF30-08D8161B73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20E34-6221-4EAB-97D0-78245363502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90919-F491-2F38-518C-AF61AB9F6F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3B2A1-B834-02F8-16AE-5CD7F2431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D51E2-75BD-4BD3-89BA-DB226C087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950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DEC326-B8D6-0886-5166-0EB507D200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2" t="3228"/>
          <a:stretch>
            <a:fillRect/>
          </a:stretch>
        </p:blipFill>
        <p:spPr>
          <a:xfrm>
            <a:off x="1219200" y="68827"/>
            <a:ext cx="8335286" cy="62533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B6C698-0141-57BA-1B4C-484ADE63B8C7}"/>
              </a:ext>
            </a:extLst>
          </p:cNvPr>
          <p:cNvSpPr txBox="1"/>
          <p:nvPr/>
        </p:nvSpPr>
        <p:spPr>
          <a:xfrm>
            <a:off x="3932904" y="626595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ARM Cortex-M7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34333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33F21-F38B-3879-EA81-65156F757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AD1D36-AA96-978A-7AA0-5250D5F9D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859" y="622099"/>
            <a:ext cx="9281651" cy="54259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DC0818-672E-2D67-4FEB-5201914589A2}"/>
              </a:ext>
            </a:extLst>
          </p:cNvPr>
          <p:cNvSpPr txBox="1"/>
          <p:nvPr/>
        </p:nvSpPr>
        <p:spPr>
          <a:xfrm>
            <a:off x="2556386" y="6048079"/>
            <a:ext cx="8337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Nested Vectored Interrupt Controller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112994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06E73-4EEF-2724-2FE3-56D4FA0DE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BD87DAA-4763-7B14-A110-A626E037949B}"/>
              </a:ext>
            </a:extLst>
          </p:cNvPr>
          <p:cNvSpPr txBox="1"/>
          <p:nvPr/>
        </p:nvSpPr>
        <p:spPr>
          <a:xfrm>
            <a:off x="1612489" y="6028414"/>
            <a:ext cx="8337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Six Stage Pipeline 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C06FE5-D8F0-CE24-7DED-1FB8AC455C06}"/>
              </a:ext>
            </a:extLst>
          </p:cNvPr>
          <p:cNvSpPr txBox="1"/>
          <p:nvPr/>
        </p:nvSpPr>
        <p:spPr>
          <a:xfrm>
            <a:off x="535856" y="5590484"/>
            <a:ext cx="18582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LDR R0, [R1]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A608FD-13ED-991C-E7FF-22EB8C814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9" t="8602" r="479" b="21888"/>
          <a:stretch>
            <a:fillRect/>
          </a:stretch>
        </p:blipFill>
        <p:spPr>
          <a:xfrm>
            <a:off x="0" y="0"/>
            <a:ext cx="12078929" cy="561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952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3CE97-550A-AE74-494C-DD2F2415C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CA252E8-1951-18A1-37CD-72D721EC792C}"/>
              </a:ext>
            </a:extLst>
          </p:cNvPr>
          <p:cNvSpPr txBox="1"/>
          <p:nvPr/>
        </p:nvSpPr>
        <p:spPr>
          <a:xfrm>
            <a:off x="98322" y="253970"/>
            <a:ext cx="46604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CLK Configuration </a:t>
            </a:r>
            <a:endParaRPr lang="en-IN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1B764F-B1D0-CD65-29FA-265000BFB2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330" y="0"/>
            <a:ext cx="5388076" cy="673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096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51D68-5033-95B8-58E1-4BF5AB74F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C001F62-9A14-26FA-FD24-E0ED68424AD8}"/>
              </a:ext>
            </a:extLst>
          </p:cNvPr>
          <p:cNvSpPr txBox="1"/>
          <p:nvPr/>
        </p:nvSpPr>
        <p:spPr>
          <a:xfrm>
            <a:off x="1927122" y="5553370"/>
            <a:ext cx="8337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 err="1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SysTick</a:t>
            </a:r>
            <a:r>
              <a:rPr lang="en-IN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Timer (System Timer)</a:t>
            </a:r>
            <a:endParaRPr lang="en-IN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F4D40B-6DCB-702C-D797-EB8FF79BC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6" y="383459"/>
            <a:ext cx="11842459" cy="516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632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6D7B8-76F8-8646-0BBF-034170FF1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E94D5B-C94F-91A0-6D62-9AFCF0ADA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97" y="53047"/>
            <a:ext cx="11978113" cy="52694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180447-5365-9BC6-39BA-AEE2E2370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121" y="5957596"/>
            <a:ext cx="5871757" cy="53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689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E69404-76C1-2247-59E7-A66823695845}"/>
              </a:ext>
            </a:extLst>
          </p:cNvPr>
          <p:cNvSpPr txBox="1"/>
          <p:nvPr/>
        </p:nvSpPr>
        <p:spPr>
          <a:xfrm>
            <a:off x="324465" y="117989"/>
            <a:ext cx="11307096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r>
              <a:rPr lang="en-IN" sz="2400" dirty="0" err="1"/>
              <a:t>SysTick</a:t>
            </a:r>
            <a:r>
              <a:rPr lang="en-IN" sz="2400" dirty="0"/>
              <a:t>-&gt;LOAD = 16000000 - 1;   // Reload value (example: 1 second @ 16 MHz)</a:t>
            </a:r>
          </a:p>
          <a:p>
            <a:r>
              <a:rPr lang="en-IN" sz="2400" dirty="0"/>
              <a:t> </a:t>
            </a:r>
          </a:p>
          <a:p>
            <a:r>
              <a:rPr lang="en-IN" sz="2400" dirty="0"/>
              <a:t> </a:t>
            </a:r>
            <a:r>
              <a:rPr lang="en-IN" sz="2400" dirty="0" err="1"/>
              <a:t>SysTick</a:t>
            </a:r>
            <a:r>
              <a:rPr lang="en-IN" sz="2400" dirty="0"/>
              <a:t>-&gt;VAL  = 0;              // Clear current value </a:t>
            </a:r>
          </a:p>
          <a:p>
            <a:endParaRPr lang="en-IN" sz="2400" dirty="0"/>
          </a:p>
          <a:p>
            <a:r>
              <a:rPr lang="en-IN" sz="2400" dirty="0"/>
              <a:t> </a:t>
            </a:r>
            <a:r>
              <a:rPr lang="en-IN" sz="2400" dirty="0" err="1"/>
              <a:t>SysTick</a:t>
            </a:r>
            <a:r>
              <a:rPr lang="en-IN" sz="2400" dirty="0"/>
              <a:t>-&gt;CTRL = (1 &lt;&lt; 2) | (1 &lt;&lt; 0);  // Processor clock + Enable </a:t>
            </a:r>
            <a:r>
              <a:rPr lang="en-IN" sz="2400" dirty="0" err="1"/>
              <a:t>SysTick</a:t>
            </a:r>
            <a:r>
              <a:rPr lang="en-IN" sz="2400" dirty="0"/>
              <a:t> </a:t>
            </a:r>
          </a:p>
          <a:p>
            <a:endParaRPr lang="en-IN" sz="2400" dirty="0"/>
          </a:p>
          <a:p>
            <a:r>
              <a:rPr lang="en-IN" sz="2400" dirty="0"/>
              <a:t> while(1)</a:t>
            </a:r>
          </a:p>
          <a:p>
            <a:r>
              <a:rPr lang="en-IN" sz="2400" dirty="0"/>
              <a:t>  {      // Wait until </a:t>
            </a:r>
            <a:r>
              <a:rPr lang="en-IN" sz="2400" dirty="0" err="1"/>
              <a:t>SysTick</a:t>
            </a:r>
            <a:r>
              <a:rPr lang="en-IN" sz="2400" dirty="0"/>
              <a:t> reaches zero   </a:t>
            </a:r>
          </a:p>
          <a:p>
            <a:r>
              <a:rPr lang="en-IN" sz="2400" dirty="0"/>
              <a:t>   if(</a:t>
            </a:r>
            <a:r>
              <a:rPr lang="en-IN" sz="2400" dirty="0" err="1"/>
              <a:t>SysTick</a:t>
            </a:r>
            <a:r>
              <a:rPr lang="en-IN" sz="2400" dirty="0"/>
              <a:t>-&gt;CTRL &amp; (1 &lt;&lt; 16))   // Check COUNTFLAG bit   </a:t>
            </a:r>
          </a:p>
          <a:p>
            <a:r>
              <a:rPr lang="en-IN" sz="2400" dirty="0"/>
              <a:t>   {        </a:t>
            </a:r>
          </a:p>
          <a:p>
            <a:r>
              <a:rPr lang="en-IN" sz="2400" dirty="0"/>
              <a:t>  // Toggle PA5 LED         </a:t>
            </a:r>
          </a:p>
          <a:p>
            <a:r>
              <a:rPr lang="en-IN" sz="2400" dirty="0"/>
              <a:t> </a:t>
            </a:r>
            <a:r>
              <a:rPr lang="en-IN" sz="2400" dirty="0" err="1"/>
              <a:t>HAL_GPIO_TogglePin</a:t>
            </a:r>
            <a:r>
              <a:rPr lang="en-IN" sz="2400" dirty="0"/>
              <a:t>(GPIOA, GPIO_PIN_5);   </a:t>
            </a:r>
          </a:p>
          <a:p>
            <a:r>
              <a:rPr lang="en-IN" sz="2400" dirty="0"/>
              <a:t>   } </a:t>
            </a:r>
          </a:p>
          <a:p>
            <a:r>
              <a:rPr lang="en-IN" sz="2400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746233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D4F22-1C8C-F1FB-8377-BEEF7B962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331D9C-4DF1-359E-5C0C-726613840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65" y="265624"/>
            <a:ext cx="10639425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050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32110-DFDC-26E3-20C4-4F48EAE84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BEF0E4D-2CF1-9DD2-3C36-04A5D8797A6A}"/>
              </a:ext>
            </a:extLst>
          </p:cNvPr>
          <p:cNvSpPr txBox="1"/>
          <p:nvPr/>
        </p:nvSpPr>
        <p:spPr>
          <a:xfrm>
            <a:off x="1543664" y="5497472"/>
            <a:ext cx="8337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 err="1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SysTick</a:t>
            </a:r>
            <a:r>
              <a:rPr lang="en-IN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Address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55C7EF-C0B5-4777-2CCE-C98032AA5FC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6694" t="16858" r="11209" b="18168"/>
          <a:stretch>
            <a:fillRect/>
          </a:stretch>
        </p:blipFill>
        <p:spPr>
          <a:xfrm>
            <a:off x="92693" y="698091"/>
            <a:ext cx="12020649" cy="4392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216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E2549-36F7-6C99-095F-BA7CEBA6D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EA306AB-3EDD-8F10-A505-B188B2C245F1}"/>
              </a:ext>
            </a:extLst>
          </p:cNvPr>
          <p:cNvSpPr txBox="1"/>
          <p:nvPr/>
        </p:nvSpPr>
        <p:spPr>
          <a:xfrm>
            <a:off x="1543664" y="6099194"/>
            <a:ext cx="8337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STM32 memory organizations</a:t>
            </a:r>
            <a:endParaRPr lang="en-IN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07465F-4806-CF18-5F3C-007CA9E9D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3" y="0"/>
            <a:ext cx="11130116" cy="626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109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2375E-E19F-280B-BE00-AECB398AC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51DAC81-C561-DDAD-1BC3-603071E87CAA}"/>
              </a:ext>
            </a:extLst>
          </p:cNvPr>
          <p:cNvSpPr txBox="1"/>
          <p:nvPr/>
        </p:nvSpPr>
        <p:spPr>
          <a:xfrm>
            <a:off x="1543664" y="6099194"/>
            <a:ext cx="8337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I/O Concept Map</a:t>
            </a:r>
            <a:endParaRPr lang="en-IN" sz="3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EC0C52-D13F-AB0A-EAF1-73FACC0B3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7" y="90163"/>
            <a:ext cx="11956023" cy="556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912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F3DDC-4F1C-8F9B-C015-4E8B3A814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5F884E-E4D4-3677-5FC5-7B42592A1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71" y="0"/>
            <a:ext cx="8740897" cy="60203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8DA1847-5E4D-8320-334E-D7469E78FF65}"/>
              </a:ext>
            </a:extLst>
          </p:cNvPr>
          <p:cNvSpPr txBox="1"/>
          <p:nvPr/>
        </p:nvSpPr>
        <p:spPr>
          <a:xfrm>
            <a:off x="1927122" y="6146912"/>
            <a:ext cx="8337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Timer Modes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569825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BDEA8-D54E-C410-AEEC-A031F4B5D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9E12C00-C9BD-4F66-6723-F5D550209862}"/>
              </a:ext>
            </a:extLst>
          </p:cNvPr>
          <p:cNvSpPr txBox="1"/>
          <p:nvPr/>
        </p:nvSpPr>
        <p:spPr>
          <a:xfrm>
            <a:off x="1543664" y="6099194"/>
            <a:ext cx="8337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TIMER STATUS REGISTER</a:t>
            </a:r>
            <a:endParaRPr lang="en-IN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EBD271-B775-3AE7-6096-39C5E4F4D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931" y="967526"/>
            <a:ext cx="9198137" cy="492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312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98C78-31A6-8868-DEF1-BE0CBAD31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F5B6C3-C102-A82A-A528-ACED73F83F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7" t="11320"/>
          <a:stretch>
            <a:fillRect/>
          </a:stretch>
        </p:blipFill>
        <p:spPr>
          <a:xfrm>
            <a:off x="116060" y="0"/>
            <a:ext cx="11586254" cy="29508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08F108-6B3D-2E9E-4A19-A7F98FF68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60" y="2950818"/>
            <a:ext cx="4915326" cy="35283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E05FFA-9F6C-A874-06F6-55357AB52BA8}"/>
              </a:ext>
            </a:extLst>
          </p:cNvPr>
          <p:cNvSpPr txBox="1"/>
          <p:nvPr/>
        </p:nvSpPr>
        <p:spPr>
          <a:xfrm>
            <a:off x="4915326" y="6161906"/>
            <a:ext cx="74823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Basic Time Base Generation Mode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958248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B5724-9994-3B7A-5D2A-D032943F6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89A82EC-42C3-F58F-7D64-1595D7B6F578}"/>
              </a:ext>
            </a:extLst>
          </p:cNvPr>
          <p:cNvSpPr txBox="1"/>
          <p:nvPr/>
        </p:nvSpPr>
        <p:spPr>
          <a:xfrm>
            <a:off x="1543664" y="6099194"/>
            <a:ext cx="8337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Input Capture Mode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8FE5D-F9EB-B1F9-EB1E-733166DD9F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42"/>
          <a:stretch>
            <a:fillRect/>
          </a:stretch>
        </p:blipFill>
        <p:spPr>
          <a:xfrm>
            <a:off x="373625" y="444692"/>
            <a:ext cx="11641393" cy="27611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E9072C-2831-B2B0-AC0D-D67FB37BA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4357" y="3241307"/>
            <a:ext cx="8883286" cy="266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917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86859-46C4-32C0-FADB-BA7FCCFF3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C47A64-B71F-DF3E-447C-FC35B4D5D3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41" t="36637" b="-1"/>
          <a:stretch>
            <a:fillRect/>
          </a:stretch>
        </p:blipFill>
        <p:spPr>
          <a:xfrm>
            <a:off x="127820" y="0"/>
            <a:ext cx="6752973" cy="270891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DF82A61-833F-AFA8-AC79-BE63656A3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135" y="2677884"/>
            <a:ext cx="7037030" cy="41801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B25922-5FD0-55A2-0B00-40A287C3DF70}"/>
              </a:ext>
            </a:extLst>
          </p:cNvPr>
          <p:cNvSpPr txBox="1"/>
          <p:nvPr/>
        </p:nvSpPr>
        <p:spPr>
          <a:xfrm>
            <a:off x="1" y="6158188"/>
            <a:ext cx="46309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Input Capture Mode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99013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BC07C-5C56-773F-C9B5-BC57C1D82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7707DAF-0B13-88ED-6320-E494FB7FE735}"/>
              </a:ext>
            </a:extLst>
          </p:cNvPr>
          <p:cNvSpPr txBox="1"/>
          <p:nvPr/>
        </p:nvSpPr>
        <p:spPr>
          <a:xfrm>
            <a:off x="1543664" y="6099194"/>
            <a:ext cx="8337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 Compare Mode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5AE010-42FC-FD17-A873-4A701589B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52" y="174031"/>
            <a:ext cx="11906864" cy="31715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F28294-1076-9E02-2887-236BA2E066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163" b="3555"/>
          <a:stretch>
            <a:fillRect/>
          </a:stretch>
        </p:blipFill>
        <p:spPr>
          <a:xfrm>
            <a:off x="1140458" y="3602248"/>
            <a:ext cx="9763516" cy="230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489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02EA3-F2F2-BD06-AF91-BF4BF10B9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8BD83B-AD75-D754-4A1A-E6B6B9231EA0}"/>
              </a:ext>
            </a:extLst>
          </p:cNvPr>
          <p:cNvSpPr txBox="1"/>
          <p:nvPr/>
        </p:nvSpPr>
        <p:spPr>
          <a:xfrm>
            <a:off x="1543664" y="6099194"/>
            <a:ext cx="8337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 Compare Mode</a:t>
            </a:r>
            <a:endParaRPr lang="en-IN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FF4C24-6473-DA8A-FB32-5898AE67D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793" y="174031"/>
            <a:ext cx="7817495" cy="586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887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8D1BD-58E7-07CA-8DE7-EE08C9F39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9B9220-E7FB-9552-2817-35E279683D4A}"/>
              </a:ext>
            </a:extLst>
          </p:cNvPr>
          <p:cNvSpPr txBox="1"/>
          <p:nvPr/>
        </p:nvSpPr>
        <p:spPr>
          <a:xfrm>
            <a:off x="934064" y="6273225"/>
            <a:ext cx="8337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PWM Mode</a:t>
            </a:r>
            <a:endParaRPr lang="en-IN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7EF3B2-E8A1-2B49-8274-858E97B237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" t="11930"/>
          <a:stretch>
            <a:fillRect/>
          </a:stretch>
        </p:blipFill>
        <p:spPr>
          <a:xfrm>
            <a:off x="98321" y="88490"/>
            <a:ext cx="11015985" cy="23400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98A668-5095-252D-9D4B-1EBB81DC73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291" t="707"/>
          <a:stretch>
            <a:fillRect/>
          </a:stretch>
        </p:blipFill>
        <p:spPr>
          <a:xfrm>
            <a:off x="383456" y="2977248"/>
            <a:ext cx="3191773" cy="25878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B3AE88-1E53-A168-2C67-80D21050D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946" y="2471760"/>
            <a:ext cx="5075360" cy="36274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F45C72-7D1E-D2C5-3BED-36FAA50EBADE}"/>
              </a:ext>
            </a:extLst>
          </p:cNvPr>
          <p:cNvSpPr txBox="1"/>
          <p:nvPr/>
        </p:nvSpPr>
        <p:spPr>
          <a:xfrm>
            <a:off x="176981" y="5724544"/>
            <a:ext cx="31917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Continue Square Wave Pulses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02603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B7FF7-29C5-4880-AF90-B0106A39C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527A420-E8F1-E34B-A0B7-14CCAC003EE3}"/>
              </a:ext>
            </a:extLst>
          </p:cNvPr>
          <p:cNvSpPr txBox="1"/>
          <p:nvPr/>
        </p:nvSpPr>
        <p:spPr>
          <a:xfrm>
            <a:off x="1622322" y="6273225"/>
            <a:ext cx="8337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OPM Modes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E10F60-04C1-4BAC-AE8F-E7E6E783B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6031"/>
            <a:ext cx="10500852" cy="30533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6867A1-EA38-C434-DF02-DE523CF0E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19115"/>
            <a:ext cx="6336789" cy="13888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3C2816-CD69-533F-5ADA-1EFE46E89809}"/>
              </a:ext>
            </a:extLst>
          </p:cNvPr>
          <p:cNvSpPr txBox="1"/>
          <p:nvPr/>
        </p:nvSpPr>
        <p:spPr>
          <a:xfrm>
            <a:off x="199844" y="5029742"/>
            <a:ext cx="117923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combination of </a:t>
            </a:r>
            <a:r>
              <a:rPr lang="en-IN" sz="2000" b="1" dirty="0">
                <a:solidFill>
                  <a:srgbClr val="7030A0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Input Capture </a:t>
            </a:r>
            <a:r>
              <a:rPr lang="en-IN" sz="20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IN" sz="2000" b="1" dirty="0">
                <a:solidFill>
                  <a:srgbClr val="7030A0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 Compare</a:t>
            </a:r>
          </a:p>
          <a:p>
            <a:pPr lvl="0"/>
            <a:r>
              <a:rPr lang="en-IN" sz="2000" b="1" dirty="0" err="1">
                <a:latin typeface="Bookman Old Style" panose="02050604050505020204" pitchFamily="18" charset="0"/>
              </a:rPr>
              <a:t>Behavior</a:t>
            </a:r>
            <a:r>
              <a:rPr lang="en-IN" sz="2000" b="1" dirty="0">
                <a:latin typeface="Bookman Old Style" panose="02050604050505020204" pitchFamily="18" charset="0"/>
              </a:rPr>
              <a:t>:</a:t>
            </a:r>
            <a:r>
              <a:rPr lang="en-IN" sz="2000" dirty="0">
                <a:latin typeface="Bookman Old Style" panose="02050604050505020204" pitchFamily="18" charset="0"/>
              </a:rPr>
              <a:t> </a:t>
            </a:r>
            <a:r>
              <a:rPr lang="en-IN" sz="2000" b="1" dirty="0">
                <a:solidFill>
                  <a:srgbClr val="7030A0"/>
                </a:solidFill>
                <a:latin typeface="Bookman Old Style" panose="02050604050505020204" pitchFamily="18" charset="0"/>
              </a:rPr>
              <a:t>TIF sets to 1 </a:t>
            </a:r>
            <a:r>
              <a:rPr lang="en-IN" sz="2000" dirty="0">
                <a:latin typeface="Bookman Old Style" panose="02050604050505020204" pitchFamily="18" charset="0"/>
              </a:rPr>
              <a:t>when the external stimulus arrives to start the pulse. </a:t>
            </a:r>
            <a:r>
              <a:rPr lang="en-IN" sz="2000" b="1" dirty="0">
                <a:solidFill>
                  <a:srgbClr val="7030A0"/>
                </a:solidFill>
                <a:latin typeface="Bookman Old Style" panose="02050604050505020204" pitchFamily="18" charset="0"/>
              </a:rPr>
              <a:t>UIF sets to 1 </a:t>
            </a:r>
            <a:r>
              <a:rPr lang="en-IN" sz="2000" dirty="0">
                <a:latin typeface="Bookman Old Style" panose="02050604050505020204" pitchFamily="18" charset="0"/>
              </a:rPr>
              <a:t>when the pulse finishes and the timer automatically disables itself.</a:t>
            </a:r>
          </a:p>
          <a:p>
            <a:pPr lvl="0"/>
            <a:r>
              <a:rPr lang="en-IN" sz="2000" b="1" dirty="0">
                <a:latin typeface="Bookman Old Style" panose="02050604050505020204" pitchFamily="18" charset="0"/>
              </a:rPr>
              <a:t>Usage:</a:t>
            </a:r>
            <a:r>
              <a:rPr lang="en-IN" sz="2000" dirty="0">
                <a:latin typeface="Bookman Old Style" panose="02050604050505020204" pitchFamily="18" charset="0"/>
              </a:rPr>
              <a:t> Generating a single, precise hardware delay pulse after an external sensor or button event</a:t>
            </a:r>
          </a:p>
          <a:p>
            <a:endParaRPr lang="en-IN" sz="2000" dirty="0">
              <a:latin typeface="Bookman Old Style" panose="020506040505050202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2E3A44-A35B-1271-0C46-BC04AACFE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091" y="2516424"/>
            <a:ext cx="5748909" cy="251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2764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4574E-57EA-8F1C-311F-A9C73C929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30C53F-58B1-5BD9-87A0-18EDF48E9E4D}"/>
              </a:ext>
            </a:extLst>
          </p:cNvPr>
          <p:cNvSpPr txBox="1"/>
          <p:nvPr/>
        </p:nvSpPr>
        <p:spPr>
          <a:xfrm>
            <a:off x="186813" y="174031"/>
            <a:ext cx="1174954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Bookman Old Style" panose="02050604050505020204" pitchFamily="18" charset="0"/>
              </a:rPr>
              <a:t>Timer to generate a 1 </a:t>
            </a:r>
            <a:r>
              <a:rPr lang="en-US" sz="2000" b="1" dirty="0" err="1">
                <a:latin typeface="Bookman Old Style" panose="02050604050505020204" pitchFamily="18" charset="0"/>
              </a:rPr>
              <a:t>ms</a:t>
            </a:r>
            <a:r>
              <a:rPr lang="en-US" sz="2000" b="1" dirty="0">
                <a:latin typeface="Bookman Old Style" panose="02050604050505020204" pitchFamily="18" charset="0"/>
              </a:rPr>
              <a:t> time base by selecting appropriate </a:t>
            </a:r>
            <a:r>
              <a:rPr lang="en-US" sz="2000" b="1" dirty="0" err="1">
                <a:latin typeface="Bookman Old Style" panose="02050604050505020204" pitchFamily="18" charset="0"/>
              </a:rPr>
              <a:t>prescaler</a:t>
            </a:r>
            <a:r>
              <a:rPr lang="en-US" sz="2000" b="1" dirty="0">
                <a:latin typeface="Bookman Old Style" panose="02050604050505020204" pitchFamily="18" charset="0"/>
              </a:rPr>
              <a:t> </a:t>
            </a:r>
            <a:r>
              <a:rPr lang="en-IN" sz="2000" b="1" dirty="0">
                <a:latin typeface="Bookman Old Style" panose="02050604050505020204" pitchFamily="18" charset="0"/>
              </a:rPr>
              <a:t>and auto-reload values.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sz="2000" b="1" i="0" u="none" strike="noStrike" baseline="0" dirty="0">
              <a:latin typeface="Bookman Old Style" panose="0205060405050502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Bookman Old Style" panose="02050604050505020204" pitchFamily="18" charset="0"/>
              </a:rPr>
              <a:t>Timer to generate a periodic interrupt every 1 </a:t>
            </a:r>
            <a:r>
              <a:rPr lang="en-US" sz="2000" b="1" dirty="0" err="1">
                <a:latin typeface="Bookman Old Style" panose="02050604050505020204" pitchFamily="18" charset="0"/>
              </a:rPr>
              <a:t>ms</a:t>
            </a:r>
            <a:endParaRPr lang="en-US" sz="2000" b="1" dirty="0">
              <a:latin typeface="Bookman Old Style" panose="020506040505050202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sz="2000" b="1" i="0" u="none" strike="noStrike" baseline="0" dirty="0">
              <a:latin typeface="Bookman Old Style" panose="020506040505050202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sz="2000" b="1" i="0" u="none" strike="noStrike" baseline="0" dirty="0">
              <a:latin typeface="Bookman Old Style" panose="020506040505050202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b="1" i="0" u="none" strike="noStrike" baseline="0" dirty="0">
                <a:latin typeface="Bookman Old Style" panose="02050604050505020204" pitchFamily="18" charset="0"/>
              </a:rPr>
              <a:t>To generate a PWM signal of 2 kHz with a duty cycle of </a:t>
            </a:r>
            <a:r>
              <a:rPr lang="en-IN" sz="2000" b="1" i="0" u="none" strike="noStrike" baseline="0" dirty="0">
                <a:latin typeface="Bookman Old Style" panose="02050604050505020204" pitchFamily="18" charset="0"/>
              </a:rPr>
              <a:t>50%.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IN" sz="2000" b="1" i="0" u="none" strike="noStrike" baseline="0" dirty="0">
              <a:latin typeface="Bookman Old Style" panose="020506040505050202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IN" sz="2000" b="1" dirty="0">
              <a:latin typeface="Bookman Old Style" panose="0205060405050502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Bookman Old Style" panose="02050604050505020204" pitchFamily="18" charset="0"/>
              </a:rPr>
              <a:t>PWM signal of 10 kHz with a duty cycle of 75%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b="1" dirty="0">
              <a:latin typeface="Bookman Old Style" panose="0205060405050502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b="1" dirty="0">
              <a:latin typeface="Bookman Old Style" panose="0205060405050502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b="1" dirty="0">
              <a:latin typeface="Bookman Old Style" panose="0205060405050502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Bookman Old Style" panose="02050604050505020204" pitchFamily="18" charset="0"/>
              </a:rPr>
              <a:t>Timer configuration procedure to generate a 1 kHz PWM waveform </a:t>
            </a:r>
            <a:r>
              <a:rPr lang="en-US" sz="2000" b="1" dirty="0">
                <a:latin typeface="Bookman Old Style" panose="02050604050505020204" pitchFamily="18" charset="0"/>
              </a:rPr>
              <a:t>with a duty cycle of 60% using an STM32 microcontroller.</a:t>
            </a:r>
            <a:endParaRPr lang="en-IN" sz="20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2243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DB419-8985-1B78-A15F-5751E4E98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9AA9629-7590-1040-83DD-1275A4B78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7" r="5000" b="648"/>
          <a:stretch>
            <a:fillRect/>
          </a:stretch>
        </p:blipFill>
        <p:spPr>
          <a:xfrm>
            <a:off x="255638" y="406470"/>
            <a:ext cx="11012130" cy="32511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2AC67C-60B1-FEA7-863F-DFF942AE4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798" y="3995283"/>
            <a:ext cx="5757876" cy="10683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EFA7F8-891D-DBC4-F639-1C0DEF3BE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121" y="5634785"/>
            <a:ext cx="5212850" cy="11036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53EF17-0A46-A5C9-6565-CB21AFA03F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121" y="3995284"/>
            <a:ext cx="5258659" cy="130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34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8AE5A-B0F8-7CAF-D368-BAA9D22FA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DFCA5A7-70B0-834C-7246-64DEB08AF41D}"/>
              </a:ext>
            </a:extLst>
          </p:cNvPr>
          <p:cNvSpPr txBox="1"/>
          <p:nvPr/>
        </p:nvSpPr>
        <p:spPr>
          <a:xfrm>
            <a:off x="157316" y="16587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750"/>
              </a:spcAft>
              <a:buNone/>
            </a:pPr>
            <a:r>
              <a:rPr lang="en-IN" sz="2400" b="1" i="0" dirty="0">
                <a:solidFill>
                  <a:srgbClr val="3498DB"/>
                </a:solidFill>
                <a:effectLst/>
                <a:latin typeface="Bookman Old Style" panose="02050604050505020204" pitchFamily="18" charset="0"/>
              </a:rPr>
              <a:t>Duty Cycle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DF70F0-5752-1BE7-CD1A-719D71C9A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6368"/>
            <a:ext cx="4572765" cy="1722368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9A0D13F-208B-55B2-B47E-A36FE15960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450966"/>
              </p:ext>
            </p:extLst>
          </p:nvPr>
        </p:nvGraphicFramePr>
        <p:xfrm>
          <a:off x="7777316" y="3323303"/>
          <a:ext cx="4178709" cy="27235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2903">
                  <a:extLst>
                    <a:ext uri="{9D8B030D-6E8A-4147-A177-3AD203B41FA5}">
                      <a16:colId xmlns:a16="http://schemas.microsoft.com/office/drawing/2014/main" val="437641747"/>
                    </a:ext>
                  </a:extLst>
                </a:gridCol>
                <a:gridCol w="1392903">
                  <a:extLst>
                    <a:ext uri="{9D8B030D-6E8A-4147-A177-3AD203B41FA5}">
                      <a16:colId xmlns:a16="http://schemas.microsoft.com/office/drawing/2014/main" val="3272828188"/>
                    </a:ext>
                  </a:extLst>
                </a:gridCol>
                <a:gridCol w="1392903">
                  <a:extLst>
                    <a:ext uri="{9D8B030D-6E8A-4147-A177-3AD203B41FA5}">
                      <a16:colId xmlns:a16="http://schemas.microsoft.com/office/drawing/2014/main" val="2164524399"/>
                    </a:ext>
                  </a:extLst>
                </a:gridCol>
              </a:tblGrid>
              <a:tr h="5869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  <a:latin typeface="Bookman Old Style" panose="02050604050505020204" pitchFamily="18" charset="0"/>
                        </a:rPr>
                        <a:t>Duty Cycle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  <a:latin typeface="Bookman Old Style" panose="02050604050505020204" pitchFamily="18" charset="0"/>
                        </a:rPr>
                        <a:t>Time ON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  <a:latin typeface="Bookman Old Style" panose="02050604050505020204" pitchFamily="18" charset="0"/>
                        </a:rPr>
                        <a:t>Time OFF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41782133"/>
                  </a:ext>
                </a:extLst>
              </a:tr>
              <a:tr h="3991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 dirty="0">
                          <a:effectLst/>
                          <a:latin typeface="Bookman Old Style" panose="02050604050505020204" pitchFamily="18" charset="0"/>
                        </a:rPr>
                        <a:t>25%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 dirty="0">
                          <a:effectLst/>
                          <a:latin typeface="Bookman Old Style" panose="02050604050505020204" pitchFamily="18" charset="0"/>
                        </a:rPr>
                        <a:t>2.5 mins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Bookman Old Style" panose="02050604050505020204" pitchFamily="18" charset="0"/>
                        </a:rPr>
                        <a:t>7.5 mins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04092766"/>
                  </a:ext>
                </a:extLst>
              </a:tr>
              <a:tr h="5869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Bookman Old Style" panose="02050604050505020204" pitchFamily="18" charset="0"/>
                        </a:rPr>
                        <a:t>50%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 dirty="0">
                          <a:effectLst/>
                          <a:latin typeface="Bookman Old Style" panose="02050604050505020204" pitchFamily="18" charset="0"/>
                        </a:rPr>
                        <a:t>5.0 mins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Bookman Old Style" panose="02050604050505020204" pitchFamily="18" charset="0"/>
                        </a:rPr>
                        <a:t>5.0 mins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91730602"/>
                  </a:ext>
                </a:extLst>
              </a:tr>
              <a:tr h="5869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Bookman Old Style" panose="02050604050505020204" pitchFamily="18" charset="0"/>
                        </a:rPr>
                        <a:t>75%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 dirty="0">
                          <a:effectLst/>
                          <a:latin typeface="Bookman Old Style" panose="02050604050505020204" pitchFamily="18" charset="0"/>
                        </a:rPr>
                        <a:t>7.5 mins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 dirty="0">
                          <a:effectLst/>
                          <a:latin typeface="Bookman Old Style" panose="02050604050505020204" pitchFamily="18" charset="0"/>
                        </a:rPr>
                        <a:t>2.5 mins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04417217"/>
                  </a:ext>
                </a:extLst>
              </a:tr>
              <a:tr h="5634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Bookman Old Style" panose="02050604050505020204" pitchFamily="18" charset="0"/>
                        </a:rPr>
                        <a:t>100%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Bookman Old Style" panose="02050604050505020204" pitchFamily="18" charset="0"/>
                        </a:rPr>
                        <a:t>10.0 mins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 dirty="0">
                          <a:effectLst/>
                          <a:latin typeface="Bookman Old Style" panose="02050604050505020204" pitchFamily="18" charset="0"/>
                        </a:rPr>
                        <a:t>0.0 mins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40984391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A4B14AEB-8C3A-02EB-8E43-F94288E9F0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34" t="9566"/>
          <a:stretch>
            <a:fillRect/>
          </a:stretch>
        </p:blipFill>
        <p:spPr>
          <a:xfrm>
            <a:off x="1" y="2813746"/>
            <a:ext cx="7561006" cy="401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78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6A199-7028-DCED-DBD4-82958C945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EBAC24C-9E3C-9FA4-2297-A54989E7E812}"/>
              </a:ext>
            </a:extLst>
          </p:cNvPr>
          <p:cNvSpPr txBox="1"/>
          <p:nvPr/>
        </p:nvSpPr>
        <p:spPr>
          <a:xfrm>
            <a:off x="1543664" y="6099194"/>
            <a:ext cx="8337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HAL Functions for Timer modes</a:t>
            </a:r>
            <a:endParaRPr lang="en-IN" sz="32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1425EA7-5E74-1C67-2963-AAA45BEFD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58523"/>
              </p:ext>
            </p:extLst>
          </p:nvPr>
        </p:nvGraphicFramePr>
        <p:xfrm>
          <a:off x="196644" y="737419"/>
          <a:ext cx="11690555" cy="49095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23821">
                  <a:extLst>
                    <a:ext uri="{9D8B030D-6E8A-4147-A177-3AD203B41FA5}">
                      <a16:colId xmlns:a16="http://schemas.microsoft.com/office/drawing/2014/main" val="2866678881"/>
                    </a:ext>
                  </a:extLst>
                </a:gridCol>
                <a:gridCol w="5466734">
                  <a:extLst>
                    <a:ext uri="{9D8B030D-6E8A-4147-A177-3AD203B41FA5}">
                      <a16:colId xmlns:a16="http://schemas.microsoft.com/office/drawing/2014/main" val="1988500829"/>
                    </a:ext>
                  </a:extLst>
                </a:gridCol>
              </a:tblGrid>
              <a:tr h="3740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3200" u="none" strike="noStrike">
                          <a:solidFill>
                            <a:srgbClr val="FF0000"/>
                          </a:solidFill>
                          <a:effectLst/>
                          <a:latin typeface="Bookman Old Style" panose="02050604050505020204" pitchFamily="18" charset="0"/>
                        </a:rPr>
                        <a:t>Function</a:t>
                      </a:r>
                      <a:endParaRPr lang="en-IN" sz="3200" b="1" i="0" u="none" strike="noStrike">
                        <a:solidFill>
                          <a:srgbClr val="FF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3200" u="none" strike="noStrike" dirty="0">
                          <a:solidFill>
                            <a:srgbClr val="FF0000"/>
                          </a:solidFill>
                          <a:effectLst/>
                          <a:latin typeface="Bookman Old Style" panose="02050604050505020204" pitchFamily="18" charset="0"/>
                        </a:rPr>
                        <a:t>Meaning</a:t>
                      </a:r>
                      <a:endParaRPr lang="en-IN" sz="3200" b="1" i="0" u="none" strike="noStrike" dirty="0">
                        <a:solidFill>
                          <a:srgbClr val="FF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07136280"/>
                  </a:ext>
                </a:extLst>
              </a:tr>
              <a:tr h="10089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u="none" strike="noStrike">
                          <a:effectLst/>
                          <a:latin typeface="Bookman Old Style" panose="02050604050505020204" pitchFamily="18" charset="0"/>
                        </a:rPr>
                        <a:t>HAL_TIM_Base_Start(&amp;htim2)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u="none" strike="noStrike">
                          <a:effectLst/>
                          <a:latin typeface="Bookman Old Style" panose="02050604050505020204" pitchFamily="18" charset="0"/>
                        </a:rPr>
                        <a:t>Start TIM2 without interrupt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60830109"/>
                  </a:ext>
                </a:extLst>
              </a:tr>
              <a:tr h="10089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u="none" strike="noStrike" dirty="0" err="1">
                          <a:effectLst/>
                          <a:latin typeface="Bookman Old Style" panose="02050604050505020204" pitchFamily="18" charset="0"/>
                        </a:rPr>
                        <a:t>HAL_TIM_Base_Start_IT</a:t>
                      </a:r>
                      <a:r>
                        <a:rPr lang="en-IN" sz="2400" u="none" strike="noStrike" dirty="0">
                          <a:effectLst/>
                          <a:latin typeface="Bookman Old Style" panose="02050604050505020204" pitchFamily="18" charset="0"/>
                        </a:rPr>
                        <a:t>(&amp;htim2)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u="none" strike="noStrike">
                          <a:effectLst/>
                          <a:latin typeface="Bookman Old Style" panose="02050604050505020204" pitchFamily="18" charset="0"/>
                        </a:rPr>
                        <a:t>Start TIM2 with interrupt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94448048"/>
                  </a:ext>
                </a:extLst>
              </a:tr>
              <a:tr h="13873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u="none" strike="noStrike">
                          <a:effectLst/>
                          <a:latin typeface="Bookman Old Style" panose="02050604050505020204" pitchFamily="18" charset="0"/>
                        </a:rPr>
                        <a:t>HAL_TIM_PWM_Start(&amp;htim2, TIM_CHANNEL_1)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Bookman Old Style" panose="02050604050505020204" pitchFamily="18" charset="0"/>
                        </a:rPr>
                        <a:t>Start TIM2 PWM output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8910719"/>
                  </a:ext>
                </a:extLst>
              </a:tr>
              <a:tr h="10089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u="none" strike="noStrike">
                          <a:effectLst/>
                          <a:latin typeface="Bookman Old Style" panose="02050604050505020204" pitchFamily="18" charset="0"/>
                        </a:rPr>
                        <a:t>HAL_TIM_PWM_Start_IT(...)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Bookman Old Style" panose="02050604050505020204" pitchFamily="18" charset="0"/>
                        </a:rPr>
                        <a:t>Start PWM with interrupt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66613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28639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53397-7218-0C8C-021E-0CA64D005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A2AE5D2-2A9B-9E17-3975-6D639AD01C8E}"/>
              </a:ext>
            </a:extLst>
          </p:cNvPr>
          <p:cNvSpPr txBox="1"/>
          <p:nvPr/>
        </p:nvSpPr>
        <p:spPr>
          <a:xfrm>
            <a:off x="1474838" y="6256754"/>
            <a:ext cx="8337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Blinking of LED with out Interrupt 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46897-2D03-366E-69E4-F1F123A4E118}"/>
              </a:ext>
            </a:extLst>
          </p:cNvPr>
          <p:cNvSpPr txBox="1"/>
          <p:nvPr/>
        </p:nvSpPr>
        <p:spPr>
          <a:xfrm>
            <a:off x="383458" y="144715"/>
            <a:ext cx="1013705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 err="1">
                <a:latin typeface="Bookman Old Style" panose="02050604050505020204" pitchFamily="18" charset="0"/>
              </a:rPr>
              <a:t>HAL_TIM_Base_Start</a:t>
            </a:r>
            <a:r>
              <a:rPr lang="en-IN" sz="2400" dirty="0">
                <a:latin typeface="Bookman Old Style" panose="02050604050505020204" pitchFamily="18" charset="0"/>
              </a:rPr>
              <a:t>(&amp;htim2);</a:t>
            </a:r>
          </a:p>
          <a:p>
            <a:endParaRPr lang="en-IN" sz="2400" dirty="0">
              <a:latin typeface="Bookman Old Style" panose="02050604050505020204" pitchFamily="18" charset="0"/>
            </a:endParaRPr>
          </a:p>
          <a:p>
            <a:r>
              <a:rPr lang="en-IN" sz="2400" dirty="0">
                <a:latin typeface="Bookman Old Style" panose="02050604050505020204" pitchFamily="18" charset="0"/>
              </a:rPr>
              <a:t>while (1)</a:t>
            </a:r>
          </a:p>
          <a:p>
            <a:r>
              <a:rPr lang="en-IN" sz="2400" dirty="0">
                <a:latin typeface="Bookman Old Style" panose="02050604050505020204" pitchFamily="18" charset="0"/>
              </a:rPr>
              <a:t>{</a:t>
            </a:r>
          </a:p>
          <a:p>
            <a:r>
              <a:rPr lang="en-IN" sz="2400" dirty="0">
                <a:latin typeface="Bookman Old Style" panose="02050604050505020204" pitchFamily="18" charset="0"/>
              </a:rPr>
              <a:t>    if (__HAL_TIM_GET_FLAG(&amp;htim2, TIM_FLAG_UPDATE))</a:t>
            </a:r>
          </a:p>
          <a:p>
            <a:r>
              <a:rPr lang="en-IN" sz="2400" dirty="0">
                <a:latin typeface="Bookman Old Style" panose="02050604050505020204" pitchFamily="18" charset="0"/>
              </a:rPr>
              <a:t>    {</a:t>
            </a:r>
          </a:p>
          <a:p>
            <a:r>
              <a:rPr lang="en-IN" sz="2400" dirty="0">
                <a:latin typeface="Bookman Old Style" panose="02050604050505020204" pitchFamily="18" charset="0"/>
              </a:rPr>
              <a:t>        __HAL_TIM_CLEAR_FLAG(&amp;htim2, TIM_FLAG_UPDATE);</a:t>
            </a:r>
          </a:p>
          <a:p>
            <a:endParaRPr lang="en-IN" sz="2400" dirty="0">
              <a:latin typeface="Bookman Old Style" panose="02050604050505020204" pitchFamily="18" charset="0"/>
            </a:endParaRPr>
          </a:p>
          <a:p>
            <a:r>
              <a:rPr lang="en-IN" sz="2400" dirty="0">
                <a:latin typeface="Bookman Old Style" panose="02050604050505020204" pitchFamily="18" charset="0"/>
              </a:rPr>
              <a:t>        </a:t>
            </a:r>
            <a:r>
              <a:rPr lang="en-IN" sz="2400" dirty="0" err="1">
                <a:latin typeface="Bookman Old Style" panose="02050604050505020204" pitchFamily="18" charset="0"/>
              </a:rPr>
              <a:t>HAL_GPIO_TogglePin</a:t>
            </a:r>
            <a:r>
              <a:rPr lang="en-IN" sz="2400" dirty="0">
                <a:latin typeface="Bookman Old Style" panose="02050604050505020204" pitchFamily="18" charset="0"/>
              </a:rPr>
              <a:t>(GPIOA, GPIO_PIN_5);</a:t>
            </a:r>
          </a:p>
          <a:p>
            <a:r>
              <a:rPr lang="en-IN" sz="2400" dirty="0">
                <a:latin typeface="Bookman Old Style" panose="02050604050505020204" pitchFamily="18" charset="0"/>
              </a:rPr>
              <a:t>    }</a:t>
            </a:r>
          </a:p>
          <a:p>
            <a:r>
              <a:rPr lang="en-IN" sz="2400" dirty="0">
                <a:latin typeface="Bookman Old Style" panose="02050604050505020204" pitchFamily="18" charset="0"/>
              </a:rPr>
              <a:t>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635CCB-62B6-3311-7E25-5BBF6FC02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047" y="4348264"/>
            <a:ext cx="7472327" cy="185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3878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9659E-24CB-9762-08A8-1F7F8720E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D6FF5A8-9D0B-B536-0E0F-2425537D4743}"/>
              </a:ext>
            </a:extLst>
          </p:cNvPr>
          <p:cNvSpPr txBox="1"/>
          <p:nvPr/>
        </p:nvSpPr>
        <p:spPr>
          <a:xfrm>
            <a:off x="265470" y="0"/>
            <a:ext cx="89473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STM32CubeMX configuration</a:t>
            </a:r>
          </a:p>
          <a:p>
            <a:pPr>
              <a:buNone/>
            </a:pPr>
            <a:r>
              <a:rPr lang="en-IN" sz="2400" dirty="0">
                <a:latin typeface="Bookman Old Style" panose="02050604050505020204" pitchFamily="18" charset="0"/>
              </a:rPr>
              <a:t>Open:</a:t>
            </a:r>
          </a:p>
          <a:p>
            <a:pPr>
              <a:buNone/>
            </a:pPr>
            <a:r>
              <a:rPr lang="en-IN" sz="2400" b="1" dirty="0">
                <a:latin typeface="Bookman Old Style" panose="02050604050505020204" pitchFamily="18" charset="0"/>
              </a:rPr>
              <a:t>Timers → TIM2</a:t>
            </a:r>
            <a:endParaRPr lang="en-IN" sz="2400" dirty="0">
              <a:latin typeface="Bookman Old Style" panose="02050604050505020204" pitchFamily="18" charset="0"/>
            </a:endParaRPr>
          </a:p>
          <a:p>
            <a:pPr>
              <a:buNone/>
            </a:pPr>
            <a:r>
              <a:rPr lang="en-IN" sz="2400" dirty="0">
                <a:latin typeface="Bookman Old Style" panose="02050604050505020204" pitchFamily="18" charset="0"/>
              </a:rPr>
              <a:t>Select:</a:t>
            </a:r>
          </a:p>
          <a:p>
            <a:pPr rtl="0">
              <a:buNone/>
            </a:pPr>
            <a:r>
              <a:rPr lang="en-IN" sz="2400" dirty="0">
                <a:latin typeface="Bookman Old Style" panose="02050604050505020204" pitchFamily="18" charset="0"/>
              </a:rPr>
              <a:t>TIM2 → Clock Source → Internal Clock</a:t>
            </a:r>
          </a:p>
          <a:p>
            <a:pPr rtl="0">
              <a:buNone/>
            </a:pPr>
            <a:endParaRPr lang="en-IN" sz="2400" dirty="0">
              <a:latin typeface="Bookman Old Style" panose="020506040505050202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854E0F5-4F2D-B9C4-1229-A78039470B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468596"/>
              </p:ext>
            </p:extLst>
          </p:nvPr>
        </p:nvGraphicFramePr>
        <p:xfrm>
          <a:off x="265470" y="3285504"/>
          <a:ext cx="6695770" cy="3275248"/>
        </p:xfrm>
        <a:graphic>
          <a:graphicData uri="http://schemas.openxmlformats.org/drawingml/2006/table">
            <a:tbl>
              <a:tblPr/>
              <a:tblGrid>
                <a:gridCol w="3347885">
                  <a:extLst>
                    <a:ext uri="{9D8B030D-6E8A-4147-A177-3AD203B41FA5}">
                      <a16:colId xmlns:a16="http://schemas.microsoft.com/office/drawing/2014/main" val="270696009"/>
                    </a:ext>
                  </a:extLst>
                </a:gridCol>
                <a:gridCol w="3347885">
                  <a:extLst>
                    <a:ext uri="{9D8B030D-6E8A-4147-A177-3AD203B41FA5}">
                      <a16:colId xmlns:a16="http://schemas.microsoft.com/office/drawing/2014/main" val="3887945406"/>
                    </a:ext>
                  </a:extLst>
                </a:gridCol>
              </a:tblGrid>
              <a:tr h="283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817621"/>
                  </a:ext>
                </a:extLst>
              </a:tr>
              <a:tr h="283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Prescaler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856835"/>
                  </a:ext>
                </a:extLst>
              </a:tr>
              <a:tr h="283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Counter Mode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648311"/>
                  </a:ext>
                </a:extLst>
              </a:tr>
              <a:tr h="283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Counter Period (ARR)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999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270942"/>
                  </a:ext>
                </a:extLst>
              </a:tr>
              <a:tr h="50156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6035671"/>
                  </a:ext>
                </a:extLst>
              </a:tr>
              <a:tr h="283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Auto-reload preload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Disable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946375"/>
                  </a:ext>
                </a:extLst>
              </a:tr>
              <a:tr h="28349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576266"/>
                  </a:ext>
                </a:extLst>
              </a:tr>
              <a:tr h="28349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2447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9FA4DA2-6EE1-05CA-13D5-9166331A8F5A}"/>
              </a:ext>
            </a:extLst>
          </p:cNvPr>
          <p:cNvSpPr txBox="1"/>
          <p:nvPr/>
        </p:nvSpPr>
        <p:spPr>
          <a:xfrm>
            <a:off x="265470" y="2823839"/>
            <a:ext cx="30578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</a:rPr>
              <a:t>Parameter Settings</a:t>
            </a:r>
          </a:p>
        </p:txBody>
      </p:sp>
    </p:spTree>
    <p:extLst>
      <p:ext uri="{BB962C8B-B14F-4D97-AF65-F5344CB8AC3E}">
        <p14:creationId xmlns:p14="http://schemas.microsoft.com/office/powerpoint/2010/main" val="31181319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373D3-2F37-550A-9F5E-B7D87D3E1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173EF1-15F8-83C0-4BA4-37B865922603}"/>
              </a:ext>
            </a:extLst>
          </p:cNvPr>
          <p:cNvSpPr txBox="1"/>
          <p:nvPr/>
        </p:nvSpPr>
        <p:spPr>
          <a:xfrm>
            <a:off x="1474838" y="6256754"/>
            <a:ext cx="8337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Blinking of LED with Interrupt 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A596BC-094E-A21C-1B42-D378AB104376}"/>
              </a:ext>
            </a:extLst>
          </p:cNvPr>
          <p:cNvSpPr txBox="1"/>
          <p:nvPr/>
        </p:nvSpPr>
        <p:spPr>
          <a:xfrm>
            <a:off x="383458" y="144715"/>
            <a:ext cx="1013705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Bookman Old Style" panose="02050604050505020204" pitchFamily="18" charset="0"/>
              </a:rPr>
              <a:t>HAL_TIM_Base_Start_IT</a:t>
            </a:r>
            <a:r>
              <a:rPr lang="en-US" sz="2400" dirty="0">
                <a:latin typeface="Bookman Old Style" panose="02050604050505020204" pitchFamily="18" charset="0"/>
              </a:rPr>
              <a:t>(&amp;htim2);</a:t>
            </a:r>
            <a:endParaRPr lang="en-IN" sz="2400" dirty="0">
              <a:latin typeface="Bookman Old Style" panose="02050604050505020204" pitchFamily="18" charset="0"/>
            </a:endParaRPr>
          </a:p>
          <a:p>
            <a:r>
              <a:rPr lang="en-IN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while (1)</a:t>
            </a:r>
          </a:p>
          <a:p>
            <a:r>
              <a:rPr lang="en-IN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{</a:t>
            </a:r>
          </a:p>
          <a:p>
            <a:r>
              <a:rPr lang="en-IN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…..</a:t>
            </a:r>
          </a:p>
          <a:p>
            <a:r>
              <a:rPr lang="en-IN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}</a:t>
            </a:r>
          </a:p>
          <a:p>
            <a:r>
              <a:rPr lang="en-IN" sz="2400" dirty="0">
                <a:latin typeface="Bookman Old Style" panose="02050604050505020204" pitchFamily="18" charset="0"/>
              </a:rPr>
              <a:t>void </a:t>
            </a:r>
            <a:r>
              <a:rPr lang="en-IN" sz="2400" dirty="0" err="1">
                <a:latin typeface="Bookman Old Style" panose="02050604050505020204" pitchFamily="18" charset="0"/>
              </a:rPr>
              <a:t>HAL_TIM_PeriodElapsedCallback</a:t>
            </a:r>
            <a:r>
              <a:rPr lang="en-IN" sz="2400" dirty="0">
                <a:latin typeface="Bookman Old Style" panose="02050604050505020204" pitchFamily="18" charset="0"/>
              </a:rPr>
              <a:t>(</a:t>
            </a:r>
            <a:r>
              <a:rPr lang="en-IN" sz="2400" dirty="0" err="1">
                <a:latin typeface="Bookman Old Style" panose="02050604050505020204" pitchFamily="18" charset="0"/>
              </a:rPr>
              <a:t>TIM_HandleTypeDef</a:t>
            </a:r>
            <a:r>
              <a:rPr lang="en-IN" sz="2400" dirty="0">
                <a:latin typeface="Bookman Old Style" panose="02050604050505020204" pitchFamily="18" charset="0"/>
              </a:rPr>
              <a:t> *</a:t>
            </a:r>
            <a:r>
              <a:rPr lang="en-IN" sz="2400" dirty="0" err="1">
                <a:latin typeface="Bookman Old Style" panose="02050604050505020204" pitchFamily="18" charset="0"/>
              </a:rPr>
              <a:t>htim</a:t>
            </a:r>
            <a:r>
              <a:rPr lang="en-IN" sz="2400" dirty="0">
                <a:latin typeface="Bookman Old Style" panose="02050604050505020204" pitchFamily="18" charset="0"/>
              </a:rPr>
              <a:t>)</a:t>
            </a:r>
          </a:p>
          <a:p>
            <a:r>
              <a:rPr lang="en-IN" sz="2400" dirty="0">
                <a:latin typeface="Bookman Old Style" panose="02050604050505020204" pitchFamily="18" charset="0"/>
              </a:rPr>
              <a:t>{</a:t>
            </a:r>
          </a:p>
          <a:p>
            <a:r>
              <a:rPr lang="en-IN" sz="2400" dirty="0">
                <a:latin typeface="Bookman Old Style" panose="02050604050505020204" pitchFamily="18" charset="0"/>
              </a:rPr>
              <a:t>    if (</a:t>
            </a:r>
            <a:r>
              <a:rPr lang="en-IN" sz="2400" dirty="0" err="1">
                <a:latin typeface="Bookman Old Style" panose="02050604050505020204" pitchFamily="18" charset="0"/>
              </a:rPr>
              <a:t>htim</a:t>
            </a:r>
            <a:r>
              <a:rPr lang="en-IN" sz="2400" dirty="0">
                <a:latin typeface="Bookman Old Style" panose="02050604050505020204" pitchFamily="18" charset="0"/>
              </a:rPr>
              <a:t>-&gt;Instance == TIM2)</a:t>
            </a:r>
          </a:p>
          <a:p>
            <a:r>
              <a:rPr lang="en-IN" sz="2400" dirty="0">
                <a:latin typeface="Bookman Old Style" panose="02050604050505020204" pitchFamily="18" charset="0"/>
              </a:rPr>
              <a:t>    {</a:t>
            </a:r>
          </a:p>
          <a:p>
            <a:r>
              <a:rPr lang="en-IN" sz="2400" dirty="0">
                <a:latin typeface="Bookman Old Style" panose="02050604050505020204" pitchFamily="18" charset="0"/>
              </a:rPr>
              <a:t>        </a:t>
            </a:r>
            <a:r>
              <a:rPr lang="en-IN" sz="2400" dirty="0" err="1">
                <a:latin typeface="Bookman Old Style" panose="02050604050505020204" pitchFamily="18" charset="0"/>
              </a:rPr>
              <a:t>HAL_GPIO_TogglePin</a:t>
            </a:r>
            <a:r>
              <a:rPr lang="en-IN" sz="2400" dirty="0">
                <a:latin typeface="Bookman Old Style" panose="02050604050505020204" pitchFamily="18" charset="0"/>
              </a:rPr>
              <a:t>(GPIOA, GPIO_PIN_5);</a:t>
            </a:r>
          </a:p>
          <a:p>
            <a:r>
              <a:rPr lang="en-IN" sz="2400" dirty="0">
                <a:latin typeface="Bookman Old Style" panose="02050604050505020204" pitchFamily="18" charset="0"/>
              </a:rPr>
              <a:t>    }</a:t>
            </a:r>
          </a:p>
          <a:p>
            <a:r>
              <a:rPr lang="en-IN" sz="2400" dirty="0">
                <a:latin typeface="Bookman Old Style" panose="02050604050505020204" pitchFamily="18" charset="0"/>
              </a:rPr>
              <a:t>}</a:t>
            </a:r>
          </a:p>
          <a:p>
            <a:endParaRPr lang="en-IN" sz="2400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15BCB5-E99D-44DC-891E-DEF197EA6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905" y="4396829"/>
            <a:ext cx="7472327" cy="185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9233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02E56-D819-C6B9-D1CB-05DC16A91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862D234-5208-38D4-B5DB-157CACE4134B}"/>
              </a:ext>
            </a:extLst>
          </p:cNvPr>
          <p:cNvSpPr txBox="1"/>
          <p:nvPr/>
        </p:nvSpPr>
        <p:spPr>
          <a:xfrm>
            <a:off x="265470" y="0"/>
            <a:ext cx="89473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STM32CubeMX configuration</a:t>
            </a:r>
          </a:p>
          <a:p>
            <a:pPr>
              <a:buNone/>
            </a:pPr>
            <a:r>
              <a:rPr lang="en-IN" sz="2400" dirty="0">
                <a:latin typeface="Bookman Old Style" panose="02050604050505020204" pitchFamily="18" charset="0"/>
              </a:rPr>
              <a:t>Open:</a:t>
            </a:r>
          </a:p>
          <a:p>
            <a:pPr>
              <a:buNone/>
            </a:pPr>
            <a:r>
              <a:rPr lang="en-IN" sz="2400" b="1" dirty="0">
                <a:latin typeface="Bookman Old Style" panose="02050604050505020204" pitchFamily="18" charset="0"/>
              </a:rPr>
              <a:t>Timers → TIM2</a:t>
            </a:r>
            <a:endParaRPr lang="en-IN" sz="2400" dirty="0">
              <a:latin typeface="Bookman Old Style" panose="02050604050505020204" pitchFamily="18" charset="0"/>
            </a:endParaRPr>
          </a:p>
          <a:p>
            <a:pPr>
              <a:buNone/>
            </a:pPr>
            <a:r>
              <a:rPr lang="en-IN" sz="2400" dirty="0">
                <a:latin typeface="Bookman Old Style" panose="02050604050505020204" pitchFamily="18" charset="0"/>
              </a:rPr>
              <a:t>Select:</a:t>
            </a:r>
          </a:p>
          <a:p>
            <a:pPr rtl="0">
              <a:buNone/>
            </a:pPr>
            <a:r>
              <a:rPr lang="en-IN" sz="2400" dirty="0">
                <a:latin typeface="Bookman Old Style" panose="02050604050505020204" pitchFamily="18" charset="0"/>
              </a:rPr>
              <a:t>TIM2 → Clock Source → Internal Clock</a:t>
            </a:r>
          </a:p>
          <a:p>
            <a:pPr rtl="0">
              <a:buNone/>
            </a:pPr>
            <a:endParaRPr lang="en-IN" sz="2400" dirty="0">
              <a:latin typeface="Bookman Old Style" panose="020506040505050202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097761C-CCE3-CFEE-577D-D8CF67F764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150177"/>
              </p:ext>
            </p:extLst>
          </p:nvPr>
        </p:nvGraphicFramePr>
        <p:xfrm>
          <a:off x="265470" y="3285504"/>
          <a:ext cx="6695770" cy="3474720"/>
        </p:xfrm>
        <a:graphic>
          <a:graphicData uri="http://schemas.openxmlformats.org/drawingml/2006/table">
            <a:tbl>
              <a:tblPr/>
              <a:tblGrid>
                <a:gridCol w="3347885">
                  <a:extLst>
                    <a:ext uri="{9D8B030D-6E8A-4147-A177-3AD203B41FA5}">
                      <a16:colId xmlns:a16="http://schemas.microsoft.com/office/drawing/2014/main" val="270696009"/>
                    </a:ext>
                  </a:extLst>
                </a:gridCol>
                <a:gridCol w="3347885">
                  <a:extLst>
                    <a:ext uri="{9D8B030D-6E8A-4147-A177-3AD203B41FA5}">
                      <a16:colId xmlns:a16="http://schemas.microsoft.com/office/drawing/2014/main" val="3887945406"/>
                    </a:ext>
                  </a:extLst>
                </a:gridCol>
              </a:tblGrid>
              <a:tr h="283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817621"/>
                  </a:ext>
                </a:extLst>
              </a:tr>
              <a:tr h="283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Prescaler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856835"/>
                  </a:ext>
                </a:extLst>
              </a:tr>
              <a:tr h="283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Counter Mode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648311"/>
                  </a:ext>
                </a:extLst>
              </a:tr>
              <a:tr h="283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Counter Period (ARR)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999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270942"/>
                  </a:ext>
                </a:extLst>
              </a:tr>
              <a:tr h="501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NVIC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TIM2 global interrupt = Enabled</a:t>
                      </a:r>
                      <a:endParaRPr lang="en-IN" sz="20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6035671"/>
                  </a:ext>
                </a:extLst>
              </a:tr>
              <a:tr h="283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Auto-reload preload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Enable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946375"/>
                  </a:ext>
                </a:extLst>
              </a:tr>
              <a:tr h="28349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576266"/>
                  </a:ext>
                </a:extLst>
              </a:tr>
              <a:tr h="28349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2447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B989FDA-B623-FAC2-6F51-20300EFA0C7A}"/>
              </a:ext>
            </a:extLst>
          </p:cNvPr>
          <p:cNvSpPr txBox="1"/>
          <p:nvPr/>
        </p:nvSpPr>
        <p:spPr>
          <a:xfrm>
            <a:off x="265470" y="2823839"/>
            <a:ext cx="30578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</a:rPr>
              <a:t>Parameter Settings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8595FE-5CC7-DC8A-A7FD-925FDAB6400C}"/>
              </a:ext>
            </a:extLst>
          </p:cNvPr>
          <p:cNvSpPr txBox="1"/>
          <p:nvPr/>
        </p:nvSpPr>
        <p:spPr>
          <a:xfrm>
            <a:off x="4237704" y="18407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NVIC └── TIM2 global interrupt = Enabled</a:t>
            </a:r>
          </a:p>
        </p:txBody>
      </p:sp>
    </p:spTree>
    <p:extLst>
      <p:ext uri="{BB962C8B-B14F-4D97-AF65-F5344CB8AC3E}">
        <p14:creationId xmlns:p14="http://schemas.microsoft.com/office/powerpoint/2010/main" val="15218447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8466C-A145-FA2E-44AA-0DAC47556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9E87A4D-1815-4130-0688-806CC3DD650A}"/>
              </a:ext>
            </a:extLst>
          </p:cNvPr>
          <p:cNvSpPr txBox="1"/>
          <p:nvPr/>
        </p:nvSpPr>
        <p:spPr>
          <a:xfrm>
            <a:off x="1474838" y="6256754"/>
            <a:ext cx="8337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kHz PWM, 60% duty cycle 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B6D6DF-AB62-FAC7-577D-CE1A0435F7EA}"/>
              </a:ext>
            </a:extLst>
          </p:cNvPr>
          <p:cNvSpPr txBox="1"/>
          <p:nvPr/>
        </p:nvSpPr>
        <p:spPr>
          <a:xfrm>
            <a:off x="383458" y="144715"/>
            <a:ext cx="1013705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ookman Old Style" panose="02050604050505020204" pitchFamily="18" charset="0"/>
              </a:rPr>
              <a:t>__HAL_TIM_SET_COMPARE(&amp;htim2, TIM_CHANNEL_1, 600);</a:t>
            </a:r>
          </a:p>
          <a:p>
            <a:endParaRPr lang="en-US" sz="2400" dirty="0">
              <a:latin typeface="Bookman Old Style" panose="02050604050505020204" pitchFamily="18" charset="0"/>
            </a:endParaRPr>
          </a:p>
          <a:p>
            <a:r>
              <a:rPr lang="en-US" sz="2400" dirty="0" err="1">
                <a:latin typeface="Bookman Old Style" panose="02050604050505020204" pitchFamily="18" charset="0"/>
              </a:rPr>
              <a:t>HAL_TIM_PWM_Start</a:t>
            </a:r>
            <a:r>
              <a:rPr lang="en-US" sz="2400" dirty="0">
                <a:latin typeface="Bookman Old Style" panose="02050604050505020204" pitchFamily="18" charset="0"/>
              </a:rPr>
              <a:t>(&amp;htim2, TIM_CHANNEL_1);</a:t>
            </a:r>
          </a:p>
          <a:p>
            <a:endParaRPr lang="en-US" sz="2400" dirty="0">
              <a:latin typeface="Bookman Old Style" panose="02050604050505020204" pitchFamily="18" charset="0"/>
            </a:endParaRPr>
          </a:p>
          <a:p>
            <a:r>
              <a:rPr lang="en-US" sz="2400" dirty="0">
                <a:latin typeface="Bookman Old Style" panose="02050604050505020204" pitchFamily="18" charset="0"/>
              </a:rPr>
              <a:t>while (1)</a:t>
            </a:r>
          </a:p>
          <a:p>
            <a:r>
              <a:rPr lang="en-US" sz="2400" dirty="0">
                <a:latin typeface="Bookman Old Style" panose="02050604050505020204" pitchFamily="18" charset="0"/>
              </a:rPr>
              <a:t>{</a:t>
            </a:r>
          </a:p>
          <a:p>
            <a:r>
              <a:rPr lang="en-US" sz="2400" dirty="0">
                <a:latin typeface="Bookman Old Style" panose="02050604050505020204" pitchFamily="18" charset="0"/>
              </a:rPr>
              <a:t>}</a:t>
            </a:r>
            <a:endParaRPr lang="en-IN" sz="2400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93B2AE-D4C3-6223-639D-2BD55BF7B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718" y="4153618"/>
            <a:ext cx="7472327" cy="18599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77CE5A-E323-62CF-7752-6C8D94EA2382}"/>
              </a:ext>
            </a:extLst>
          </p:cNvPr>
          <p:cNvSpPr txBox="1"/>
          <p:nvPr/>
        </p:nvSpPr>
        <p:spPr>
          <a:xfrm>
            <a:off x="0" y="3051080"/>
            <a:ext cx="810178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1 kHz PWM, 60% duty cycle 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Bookman Old Style" panose="02050604050505020204" pitchFamily="18" charset="0"/>
              </a:rPr>
              <a:t>TIM1 clock = 84 MHz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Bookman Old Style" panose="02050604050505020204" pitchFamily="18" charset="0"/>
              </a:rPr>
              <a:t>PSC = 83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Bookman Old Style" panose="02050604050505020204" pitchFamily="18" charset="0"/>
              </a:rPr>
              <a:t>ARR = 999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Bookman Old Style" panose="02050604050505020204" pitchFamily="18" charset="0"/>
              </a:rPr>
              <a:t>CCR1 = 600</a:t>
            </a:r>
            <a:endParaRPr lang="en-IN" sz="20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1375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A4FB9-E5FD-BBD5-024A-22FA9485B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6B33302-D8DA-B3F1-DE49-65920CFC0D19}"/>
              </a:ext>
            </a:extLst>
          </p:cNvPr>
          <p:cNvSpPr txBox="1"/>
          <p:nvPr/>
        </p:nvSpPr>
        <p:spPr>
          <a:xfrm>
            <a:off x="265470" y="0"/>
            <a:ext cx="894735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STM32CubeMX configuration</a:t>
            </a:r>
          </a:p>
          <a:p>
            <a:pPr>
              <a:buNone/>
            </a:pPr>
            <a:r>
              <a:rPr lang="en-IN" sz="2400" dirty="0">
                <a:latin typeface="Bookman Old Style" panose="02050604050505020204" pitchFamily="18" charset="0"/>
              </a:rPr>
              <a:t>Open:</a:t>
            </a:r>
          </a:p>
          <a:p>
            <a:pPr>
              <a:buNone/>
            </a:pPr>
            <a:r>
              <a:rPr lang="en-IN" sz="2400" b="1" dirty="0">
                <a:latin typeface="Bookman Old Style" panose="02050604050505020204" pitchFamily="18" charset="0"/>
              </a:rPr>
              <a:t>Timers → TIM2</a:t>
            </a:r>
            <a:endParaRPr lang="en-IN" sz="2400" dirty="0">
              <a:latin typeface="Bookman Old Style" panose="02050604050505020204" pitchFamily="18" charset="0"/>
            </a:endParaRPr>
          </a:p>
          <a:p>
            <a:pPr>
              <a:buNone/>
            </a:pPr>
            <a:r>
              <a:rPr lang="en-IN" sz="2400" dirty="0">
                <a:latin typeface="Bookman Old Style" panose="02050604050505020204" pitchFamily="18" charset="0"/>
              </a:rPr>
              <a:t>Select:</a:t>
            </a:r>
          </a:p>
          <a:p>
            <a:pPr rtl="0">
              <a:buNone/>
            </a:pPr>
            <a:r>
              <a:rPr lang="en-IN" sz="2400" dirty="0">
                <a:latin typeface="Bookman Old Style" panose="02050604050505020204" pitchFamily="18" charset="0"/>
              </a:rPr>
              <a:t>TIM2 → Clock Source → Internal Clock</a:t>
            </a:r>
          </a:p>
          <a:p>
            <a:pPr>
              <a:buNone/>
            </a:pPr>
            <a:r>
              <a:rPr lang="en-IN" sz="2400" dirty="0">
                <a:latin typeface="Bookman Old Style" panose="02050604050505020204" pitchFamily="18" charset="0"/>
              </a:rPr>
              <a:t>For PWM, select:</a:t>
            </a:r>
          </a:p>
          <a:p>
            <a:pPr rtl="0">
              <a:buNone/>
            </a:pPr>
            <a:r>
              <a:rPr lang="en-IN" sz="2400" dirty="0">
                <a:latin typeface="Bookman Old Style" panose="02050604050505020204" pitchFamily="18" charset="0"/>
              </a:rPr>
              <a:t>TIM2 → Channel 1 → PWM Generation CH1</a:t>
            </a:r>
          </a:p>
          <a:p>
            <a:pPr rtl="0">
              <a:buNone/>
            </a:pPr>
            <a:endParaRPr lang="en-IN" sz="2400" dirty="0">
              <a:latin typeface="Bookman Old Style" panose="02050604050505020204" pitchFamily="18" charset="0"/>
            </a:endParaRPr>
          </a:p>
          <a:p>
            <a:pPr rtl="0">
              <a:buNone/>
            </a:pPr>
            <a:endParaRPr lang="en-IN" sz="2400" dirty="0">
              <a:latin typeface="Bookman Old Style" panose="020506040505050202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24838F5-6212-B2CC-52B4-9448AD4AE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287977"/>
              </p:ext>
            </p:extLst>
          </p:nvPr>
        </p:nvGraphicFramePr>
        <p:xfrm>
          <a:off x="265470" y="3285504"/>
          <a:ext cx="6764596" cy="3474720"/>
        </p:xfrm>
        <a:graphic>
          <a:graphicData uri="http://schemas.openxmlformats.org/drawingml/2006/table">
            <a:tbl>
              <a:tblPr/>
              <a:tblGrid>
                <a:gridCol w="3382298">
                  <a:extLst>
                    <a:ext uri="{9D8B030D-6E8A-4147-A177-3AD203B41FA5}">
                      <a16:colId xmlns:a16="http://schemas.microsoft.com/office/drawing/2014/main" val="270696009"/>
                    </a:ext>
                  </a:extLst>
                </a:gridCol>
                <a:gridCol w="3382298">
                  <a:extLst>
                    <a:ext uri="{9D8B030D-6E8A-4147-A177-3AD203B41FA5}">
                      <a16:colId xmlns:a16="http://schemas.microsoft.com/office/drawing/2014/main" val="3887945406"/>
                    </a:ext>
                  </a:extLst>
                </a:gridCol>
              </a:tblGrid>
              <a:tr h="390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817621"/>
                  </a:ext>
                </a:extLst>
              </a:tr>
              <a:tr h="390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Prescaler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856835"/>
                  </a:ext>
                </a:extLst>
              </a:tr>
              <a:tr h="390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Counter Mode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648311"/>
                  </a:ext>
                </a:extLst>
              </a:tr>
              <a:tr h="390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Counter Period (ARR)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999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270942"/>
                  </a:ext>
                </a:extLst>
              </a:tr>
              <a:tr h="390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Clock Division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DIV1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6035671"/>
                  </a:ext>
                </a:extLst>
              </a:tr>
              <a:tr h="390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Auto-reload preload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Enable/Disable as required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946375"/>
                  </a:ext>
                </a:extLst>
              </a:tr>
              <a:tr h="390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PWM Pulse (CCR1)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576266"/>
                  </a:ext>
                </a:extLst>
              </a:tr>
              <a:tr h="390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PWM Mode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PWM mode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2447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4333C10-0E6E-C15A-96B8-DEE7271B43EC}"/>
              </a:ext>
            </a:extLst>
          </p:cNvPr>
          <p:cNvSpPr txBox="1"/>
          <p:nvPr/>
        </p:nvSpPr>
        <p:spPr>
          <a:xfrm>
            <a:off x="265470" y="2823839"/>
            <a:ext cx="30578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</a:rPr>
              <a:t>Parameter Settings</a:t>
            </a:r>
          </a:p>
        </p:txBody>
      </p:sp>
    </p:spTree>
    <p:extLst>
      <p:ext uri="{BB962C8B-B14F-4D97-AF65-F5344CB8AC3E}">
        <p14:creationId xmlns:p14="http://schemas.microsoft.com/office/powerpoint/2010/main" val="34879064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CDEB6-7B18-CBBF-938C-33C00C7E6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B44D310-34AC-7384-3271-BB7989B1EA9B}"/>
              </a:ext>
            </a:extLst>
          </p:cNvPr>
          <p:cNvSpPr txBox="1"/>
          <p:nvPr/>
        </p:nvSpPr>
        <p:spPr>
          <a:xfrm>
            <a:off x="0" y="5780782"/>
            <a:ext cx="1206418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/>
              <a:t>Determining Pulse Width of an External Signal Using Timer Capture/Compare Mode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BBA714-E836-25F8-867E-2478271FBF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957" b="33821"/>
          <a:stretch>
            <a:fillRect/>
          </a:stretch>
        </p:blipFill>
        <p:spPr>
          <a:xfrm>
            <a:off x="526370" y="110994"/>
            <a:ext cx="9950016" cy="19490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3BE798-9404-A9AD-6633-1E1BBF824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09" y="3372569"/>
            <a:ext cx="1699407" cy="8077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DB5AB8-79B7-861A-9356-B3E9B6CF3D7A}"/>
              </a:ext>
            </a:extLst>
          </p:cNvPr>
          <p:cNvSpPr txBox="1"/>
          <p:nvPr/>
        </p:nvSpPr>
        <p:spPr>
          <a:xfrm>
            <a:off x="0" y="2844225"/>
            <a:ext cx="31954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Timer Tick Period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70F312-740B-D9DD-F6B7-78C87FF3DF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-35" t="76902"/>
          <a:stretch>
            <a:fillRect/>
          </a:stretch>
        </p:blipFill>
        <p:spPr>
          <a:xfrm>
            <a:off x="56547" y="2043566"/>
            <a:ext cx="10889661" cy="7513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0AD2058-6081-F2D1-09F5-5F395FB727C8}"/>
              </a:ext>
            </a:extLst>
          </p:cNvPr>
          <p:cNvSpPr txBox="1"/>
          <p:nvPr/>
        </p:nvSpPr>
        <p:spPr>
          <a:xfrm>
            <a:off x="5402941" y="3344454"/>
            <a:ext cx="4965290" cy="188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Bookman Old Style" panose="02050604050505020204" pitchFamily="18" charset="0"/>
              </a:rPr>
              <a:t>Timer clock = 84 MHz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Bookman Old Style" panose="02050604050505020204" pitchFamily="18" charset="0"/>
              </a:rPr>
              <a:t>Prescaler</a:t>
            </a:r>
            <a:r>
              <a:rPr lang="en-IN" sz="2000" dirty="0">
                <a:latin typeface="Bookman Old Style" panose="02050604050505020204" pitchFamily="18" charset="0"/>
              </a:rPr>
              <a:t> (PSC) = 8399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Bookman Old Style" panose="02050604050505020204" pitchFamily="18" charset="0"/>
              </a:rPr>
              <a:t>Rising edge captured at CNT = 200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Bookman Old Style" panose="02050604050505020204" pitchFamily="18" charset="0"/>
              </a:rPr>
              <a:t>Falling edge captured at CNT = 700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51FEFD-C44A-4046-18FD-C917485943A7}"/>
              </a:ext>
            </a:extLst>
          </p:cNvPr>
          <p:cNvSpPr txBox="1"/>
          <p:nvPr/>
        </p:nvSpPr>
        <p:spPr>
          <a:xfrm>
            <a:off x="5501377" y="2907480"/>
            <a:ext cx="1868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7030A0"/>
                </a:solidFill>
              </a:rPr>
              <a:t>Example:</a:t>
            </a:r>
            <a:endParaRPr lang="en-IN" sz="1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606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817</Words>
  <Application>Microsoft Office PowerPoint</Application>
  <PresentationFormat>Widescreen</PresentationFormat>
  <Paragraphs>190</Paragraphs>
  <Slides>31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Bookman Old Style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DABBAKUTI DABBAKUTI</dc:creator>
  <cp:lastModifiedBy>DABBAKUTI DABBAKUTI</cp:lastModifiedBy>
  <cp:revision>8</cp:revision>
  <dcterms:created xsi:type="dcterms:W3CDTF">2026-07-31T02:17:58Z</dcterms:created>
  <dcterms:modified xsi:type="dcterms:W3CDTF">2026-08-14T03:28:00Z</dcterms:modified>
</cp:coreProperties>
</file>