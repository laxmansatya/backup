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5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6858000" cx="9144000"/>
  <p:notesSz cx="6858000" cy="9144000"/>
  <p:embeddedFontLst>
    <p:embeddedFont>
      <p:font typeface="Gill Sans"/>
      <p:regular r:id="rId23"/>
      <p:bold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5" roundtripDataSignature="AMtx7mjelAhyRQ7IRx5hbwdUooL7fMpE1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GillSans-bold.fntdata"/><Relationship Id="rId23" Type="http://schemas.openxmlformats.org/officeDocument/2006/relationships/font" Target="fonts/GillSans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5" Type="http://customschemas.google.com/relationships/presentationmetadata" Target="meta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8"/>
          <p:cNvSpPr txBox="1"/>
          <p:nvPr>
            <p:ph type="ctrTitle"/>
          </p:nvPr>
        </p:nvSpPr>
        <p:spPr>
          <a:xfrm>
            <a:off x="1813335" y="802299"/>
            <a:ext cx="6477805" cy="254143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50"/>
              <a:buFont typeface="Gill Sans"/>
              <a:buNone/>
              <a:defRPr sz="495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8"/>
          <p:cNvSpPr txBox="1"/>
          <p:nvPr>
            <p:ph idx="1" type="subTitle"/>
          </p:nvPr>
        </p:nvSpPr>
        <p:spPr>
          <a:xfrm>
            <a:off x="1813335" y="3531205"/>
            <a:ext cx="6477804" cy="97762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1350"/>
              <a:buNone/>
              <a:defRPr b="0" sz="1350" cap="none">
                <a:solidFill>
                  <a:schemeClr val="dk1"/>
                </a:solidFill>
              </a:defRPr>
            </a:lvl1pPr>
            <a:lvl2pPr lvl="1" algn="ctr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350"/>
              <a:buNone/>
              <a:defRPr sz="1350"/>
            </a:lvl2pPr>
            <a:lvl3pPr lvl="2" algn="ctr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350"/>
              <a:buNone/>
              <a:defRPr sz="1350"/>
            </a:lvl3pPr>
            <a:lvl4pPr lvl="3" algn="ctr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9" name="Google Shape;19;p18"/>
          <p:cNvSpPr txBox="1"/>
          <p:nvPr>
            <p:ph idx="10" type="dt"/>
          </p:nvPr>
        </p:nvSpPr>
        <p:spPr>
          <a:xfrm>
            <a:off x="5665605" y="379084"/>
            <a:ext cx="26255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2" type="sldNum"/>
          </p:nvPr>
        </p:nvSpPr>
        <p:spPr>
          <a:xfrm>
            <a:off x="1078249" y="798973"/>
            <a:ext cx="608264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>
                <a:solidFill>
                  <a:srgbClr val="B71E42"/>
                </a:solidFill>
              </a:defRPr>
            </a:lvl1pPr>
            <a:lvl2pPr indent="0" lvl="1" marL="0" algn="ctr">
              <a:spcBef>
                <a:spcPts val="0"/>
              </a:spcBef>
              <a:buNone/>
              <a:defRPr>
                <a:solidFill>
                  <a:srgbClr val="B71E42"/>
                </a:solidFill>
              </a:defRPr>
            </a:lvl2pPr>
            <a:lvl3pPr indent="0" lvl="2" marL="0" algn="ctr">
              <a:spcBef>
                <a:spcPts val="0"/>
              </a:spcBef>
              <a:buNone/>
              <a:defRPr>
                <a:solidFill>
                  <a:srgbClr val="B71E42"/>
                </a:solidFill>
              </a:defRPr>
            </a:lvl3pPr>
            <a:lvl4pPr indent="0" lvl="3" marL="0" algn="ctr">
              <a:spcBef>
                <a:spcPts val="0"/>
              </a:spcBef>
              <a:buNone/>
              <a:defRPr>
                <a:solidFill>
                  <a:srgbClr val="B71E42"/>
                </a:solidFill>
              </a:defRPr>
            </a:lvl4pPr>
            <a:lvl5pPr indent="0" lvl="4" marL="0" algn="ctr">
              <a:spcBef>
                <a:spcPts val="0"/>
              </a:spcBef>
              <a:buNone/>
              <a:defRPr>
                <a:solidFill>
                  <a:srgbClr val="B71E42"/>
                </a:solidFill>
              </a:defRPr>
            </a:lvl5pPr>
            <a:lvl6pPr indent="0" lvl="5" marL="0" algn="ctr">
              <a:spcBef>
                <a:spcPts val="0"/>
              </a:spcBef>
              <a:buNone/>
              <a:defRPr>
                <a:solidFill>
                  <a:srgbClr val="B71E42"/>
                </a:solidFill>
              </a:defRPr>
            </a:lvl6pPr>
            <a:lvl7pPr indent="0" lvl="6" marL="0" algn="ctr">
              <a:spcBef>
                <a:spcPts val="0"/>
              </a:spcBef>
              <a:buNone/>
              <a:defRPr>
                <a:solidFill>
                  <a:srgbClr val="B71E42"/>
                </a:solidFill>
              </a:defRPr>
            </a:lvl7pPr>
            <a:lvl8pPr indent="0" lvl="7" marL="0" algn="ctr">
              <a:spcBef>
                <a:spcPts val="0"/>
              </a:spcBef>
              <a:buNone/>
              <a:defRPr>
                <a:solidFill>
                  <a:srgbClr val="B71E42"/>
                </a:solidFill>
              </a:defRPr>
            </a:lvl8pPr>
            <a:lvl9pPr indent="0" lvl="8" marL="0" algn="ctr">
              <a:spcBef>
                <a:spcPts val="0"/>
              </a:spcBef>
              <a:buNone/>
              <a:defRPr>
                <a:solidFill>
                  <a:srgbClr val="B71E4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1" name="Google Shape;21;p18"/>
          <p:cNvCxnSpPr/>
          <p:nvPr/>
        </p:nvCxnSpPr>
        <p:spPr>
          <a:xfrm>
            <a:off x="1813335" y="3528542"/>
            <a:ext cx="6477804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1"/>
          <p:cNvSpPr txBox="1"/>
          <p:nvPr>
            <p:ph idx="10" type="dt"/>
          </p:nvPr>
        </p:nvSpPr>
        <p:spPr>
          <a:xfrm>
            <a:off x="5665605" y="379084"/>
            <a:ext cx="26255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1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1"/>
          <p:cNvSpPr txBox="1"/>
          <p:nvPr>
            <p:ph idx="12" type="sldNum"/>
          </p:nvPr>
        </p:nvSpPr>
        <p:spPr>
          <a:xfrm>
            <a:off x="4267868" y="6291139"/>
            <a:ext cx="608264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0"/>
          <p:cNvSpPr txBox="1"/>
          <p:nvPr>
            <p:ph type="ctrTitle"/>
          </p:nvPr>
        </p:nvSpPr>
        <p:spPr>
          <a:xfrm>
            <a:off x="1813335" y="802299"/>
            <a:ext cx="6477805" cy="254143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50"/>
              <a:buFont typeface="Gill Sans"/>
              <a:buNone/>
              <a:defRPr sz="495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0"/>
          <p:cNvSpPr txBox="1"/>
          <p:nvPr>
            <p:ph idx="1" type="subTitle"/>
          </p:nvPr>
        </p:nvSpPr>
        <p:spPr>
          <a:xfrm>
            <a:off x="1813335" y="3531205"/>
            <a:ext cx="6477804" cy="97762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1350"/>
              <a:buNone/>
              <a:defRPr b="0" sz="1350" cap="none">
                <a:solidFill>
                  <a:schemeClr val="dk1"/>
                </a:solidFill>
              </a:defRPr>
            </a:lvl1pPr>
            <a:lvl2pPr lvl="1" algn="ctr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350"/>
              <a:buNone/>
              <a:defRPr sz="1350"/>
            </a:lvl2pPr>
            <a:lvl3pPr lvl="2" algn="ctr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350"/>
              <a:buNone/>
              <a:defRPr sz="1350"/>
            </a:lvl3pPr>
            <a:lvl4pPr lvl="3" algn="ctr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9" name="Google Shape;39;p20"/>
          <p:cNvSpPr txBox="1"/>
          <p:nvPr>
            <p:ph idx="10" type="dt"/>
          </p:nvPr>
        </p:nvSpPr>
        <p:spPr>
          <a:xfrm>
            <a:off x="5665605" y="379084"/>
            <a:ext cx="26255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0"/>
          <p:cNvSpPr txBox="1"/>
          <p:nvPr>
            <p:ph idx="12" type="sldNum"/>
          </p:nvPr>
        </p:nvSpPr>
        <p:spPr>
          <a:xfrm>
            <a:off x="1078249" y="798973"/>
            <a:ext cx="608264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>
                <a:solidFill>
                  <a:srgbClr val="B71E42"/>
                </a:solidFill>
              </a:defRPr>
            </a:lvl1pPr>
            <a:lvl2pPr indent="0" lvl="1" marL="0" algn="ctr">
              <a:spcBef>
                <a:spcPts val="0"/>
              </a:spcBef>
              <a:buNone/>
              <a:defRPr>
                <a:solidFill>
                  <a:srgbClr val="B71E42"/>
                </a:solidFill>
              </a:defRPr>
            </a:lvl2pPr>
            <a:lvl3pPr indent="0" lvl="2" marL="0" algn="ctr">
              <a:spcBef>
                <a:spcPts val="0"/>
              </a:spcBef>
              <a:buNone/>
              <a:defRPr>
                <a:solidFill>
                  <a:srgbClr val="B71E42"/>
                </a:solidFill>
              </a:defRPr>
            </a:lvl3pPr>
            <a:lvl4pPr indent="0" lvl="3" marL="0" algn="ctr">
              <a:spcBef>
                <a:spcPts val="0"/>
              </a:spcBef>
              <a:buNone/>
              <a:defRPr>
                <a:solidFill>
                  <a:srgbClr val="B71E42"/>
                </a:solidFill>
              </a:defRPr>
            </a:lvl4pPr>
            <a:lvl5pPr indent="0" lvl="4" marL="0" algn="ctr">
              <a:spcBef>
                <a:spcPts val="0"/>
              </a:spcBef>
              <a:buNone/>
              <a:defRPr>
                <a:solidFill>
                  <a:srgbClr val="B71E42"/>
                </a:solidFill>
              </a:defRPr>
            </a:lvl5pPr>
            <a:lvl6pPr indent="0" lvl="5" marL="0" algn="ctr">
              <a:spcBef>
                <a:spcPts val="0"/>
              </a:spcBef>
              <a:buNone/>
              <a:defRPr>
                <a:solidFill>
                  <a:srgbClr val="B71E42"/>
                </a:solidFill>
              </a:defRPr>
            </a:lvl6pPr>
            <a:lvl7pPr indent="0" lvl="6" marL="0" algn="ctr">
              <a:spcBef>
                <a:spcPts val="0"/>
              </a:spcBef>
              <a:buNone/>
              <a:defRPr>
                <a:solidFill>
                  <a:srgbClr val="B71E42"/>
                </a:solidFill>
              </a:defRPr>
            </a:lvl7pPr>
            <a:lvl8pPr indent="0" lvl="7" marL="0" algn="ctr">
              <a:spcBef>
                <a:spcPts val="0"/>
              </a:spcBef>
              <a:buNone/>
              <a:defRPr>
                <a:solidFill>
                  <a:srgbClr val="B71E42"/>
                </a:solidFill>
              </a:defRPr>
            </a:lvl8pPr>
            <a:lvl9pPr indent="0" lvl="8" marL="0" algn="ctr">
              <a:spcBef>
                <a:spcPts val="0"/>
              </a:spcBef>
              <a:buNone/>
              <a:defRPr>
                <a:solidFill>
                  <a:srgbClr val="B71E4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1" name="Google Shape;41;p20"/>
          <p:cNvCxnSpPr/>
          <p:nvPr/>
        </p:nvCxnSpPr>
        <p:spPr>
          <a:xfrm>
            <a:off x="1813335" y="3528542"/>
            <a:ext cx="6477804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9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<Relationship Id="rId5" Type="http://schemas.openxmlformats.org/officeDocument/2006/relationships/slideLayout" Target="../slideLayouts/slideLayout2.xml"/><Relationship Id="rId6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9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3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lt1"/>
            </a:gs>
            <a:gs pos="100000">
              <a:srgbClr val="E6E6E6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/>
          <p:nvPr/>
        </p:nvSpPr>
        <p:spPr>
          <a:xfrm>
            <a:off x="0" y="1688068"/>
            <a:ext cx="9144000" cy="4285743"/>
          </a:xfrm>
          <a:prstGeom prst="rect">
            <a:avLst/>
          </a:prstGeom>
          <a:gradFill>
            <a:gsLst>
              <a:gs pos="0">
                <a:srgbClr val="DFDBD5">
                  <a:alpha val="0"/>
                </a:srgbClr>
              </a:gs>
              <a:gs pos="100000">
                <a:schemeClr val="lt2"/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50"/>
              <a:buFont typeface="Gill Sans"/>
              <a:buNone/>
            </a:pPr>
            <a:r>
              <a:t/>
            </a:r>
            <a:endParaRPr b="0" i="0" sz="135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" name="Google Shape;7;p17"/>
          <p:cNvSpPr txBox="1"/>
          <p:nvPr>
            <p:ph type="title"/>
          </p:nvPr>
        </p:nvSpPr>
        <p:spPr>
          <a:xfrm>
            <a:off x="1088685" y="804520"/>
            <a:ext cx="7202456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ill Sans"/>
              <a:buNone/>
              <a:defRPr b="0" i="0" sz="2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p17"/>
          <p:cNvSpPr txBox="1"/>
          <p:nvPr>
            <p:ph idx="1" type="body"/>
          </p:nvPr>
        </p:nvSpPr>
        <p:spPr>
          <a:xfrm>
            <a:off x="1088685" y="2015733"/>
            <a:ext cx="7202456" cy="34506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3850" lvl="0" marL="457200" marR="0" rtl="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14325" lvl="1" marL="914400" marR="0" rtl="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04800" lvl="2" marL="1371600" marR="0" rtl="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295275" lvl="3" marL="1828800" marR="0" rtl="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Char char="•"/>
              <a:defRPr b="0" i="0" sz="105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285750" lvl="4" marL="2286000" marR="0" rtl="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285750" lvl="5" marL="2743200" marR="0" rtl="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285750" lvl="6" marL="3200400" marR="0" rtl="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285750" lvl="7" marL="3657600" marR="0" rtl="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285750" lvl="8" marL="4114800" marR="0" rtl="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9" name="Google Shape;9;p17"/>
          <p:cNvSpPr txBox="1"/>
          <p:nvPr>
            <p:ph idx="10" type="dt"/>
          </p:nvPr>
        </p:nvSpPr>
        <p:spPr>
          <a:xfrm>
            <a:off x="5665605" y="379084"/>
            <a:ext cx="26255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50" u="none" cap="none" strike="noStrike">
                <a:solidFill>
                  <a:srgbClr val="888888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0" name="Google Shape;10;p17"/>
          <p:cNvSpPr txBox="1"/>
          <p:nvPr>
            <p:ph idx="12" type="sldNum"/>
          </p:nvPr>
        </p:nvSpPr>
        <p:spPr>
          <a:xfrm>
            <a:off x="4267868" y="6291139"/>
            <a:ext cx="608264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0" i="0" sz="1650" u="none" cap="none" strike="noStrike">
                <a:solidFill>
                  <a:srgbClr val="B71E4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ctr">
              <a:spcBef>
                <a:spcPts val="0"/>
              </a:spcBef>
              <a:buNone/>
              <a:defRPr b="0" i="0" sz="1650" u="none" cap="none" strike="noStrike">
                <a:solidFill>
                  <a:srgbClr val="B71E4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ctr">
              <a:spcBef>
                <a:spcPts val="0"/>
              </a:spcBef>
              <a:buNone/>
              <a:defRPr b="0" i="0" sz="1650" u="none" cap="none" strike="noStrike">
                <a:solidFill>
                  <a:srgbClr val="B71E4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ctr">
              <a:spcBef>
                <a:spcPts val="0"/>
              </a:spcBef>
              <a:buNone/>
              <a:defRPr b="0" i="0" sz="1650" u="none" cap="none" strike="noStrike">
                <a:solidFill>
                  <a:srgbClr val="B71E4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ctr">
              <a:spcBef>
                <a:spcPts val="0"/>
              </a:spcBef>
              <a:buNone/>
              <a:defRPr b="0" i="0" sz="1650" u="none" cap="none" strike="noStrike">
                <a:solidFill>
                  <a:srgbClr val="B71E4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ctr">
              <a:spcBef>
                <a:spcPts val="0"/>
              </a:spcBef>
              <a:buNone/>
              <a:defRPr b="0" i="0" sz="1650" u="none" cap="none" strike="noStrike">
                <a:solidFill>
                  <a:srgbClr val="B71E4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ctr">
              <a:spcBef>
                <a:spcPts val="0"/>
              </a:spcBef>
              <a:buNone/>
              <a:defRPr b="0" i="0" sz="1650" u="none" cap="none" strike="noStrike">
                <a:solidFill>
                  <a:srgbClr val="B71E4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ctr">
              <a:spcBef>
                <a:spcPts val="0"/>
              </a:spcBef>
              <a:buNone/>
              <a:defRPr b="0" i="0" sz="1650" u="none" cap="none" strike="noStrike">
                <a:solidFill>
                  <a:srgbClr val="B71E4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ctr">
              <a:spcBef>
                <a:spcPts val="0"/>
              </a:spcBef>
              <a:buNone/>
              <a:defRPr b="0" i="0" sz="1650" u="none" cap="none" strike="noStrike">
                <a:solidFill>
                  <a:srgbClr val="B71E4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1" name="Google Shape;11;p17"/>
          <p:cNvCxnSpPr/>
          <p:nvPr/>
        </p:nvCxnSpPr>
        <p:spPr>
          <a:xfrm>
            <a:off x="0" y="6128413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000001">
                <a:alpha val="20000"/>
              </a:srgbClr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descr="Icon&#10;&#10;Description automatically generated with medium confidence" id="12" name="Google Shape;12;p17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58084" y="32700"/>
            <a:ext cx="914201" cy="5009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17"/>
          <p:cNvPicPr preferRelativeResize="0"/>
          <p:nvPr/>
        </p:nvPicPr>
        <p:blipFill rotWithShape="1">
          <a:blip r:embed="rId2">
            <a:alphaModFix/>
          </a:blip>
          <a:srcRect b="50110" l="4360" r="0" t="18054"/>
          <a:stretch/>
        </p:blipFill>
        <p:spPr>
          <a:xfrm>
            <a:off x="1088684" y="6373098"/>
            <a:ext cx="2184149" cy="3510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ext&#10;&#10;Description automatically generated with medium confidence" id="14" name="Google Shape;14;p17"/>
          <p:cNvPicPr preferRelativeResize="0"/>
          <p:nvPr/>
        </p:nvPicPr>
        <p:blipFill rotWithShape="1">
          <a:blip r:embed="rId3">
            <a:alphaModFix/>
          </a:blip>
          <a:srcRect b="13232" l="0" r="20929" t="53957"/>
          <a:stretch/>
        </p:blipFill>
        <p:spPr>
          <a:xfrm>
            <a:off x="6619128" y="6373098"/>
            <a:ext cx="1672013" cy="335027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17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4"/>
    <p:sldLayoutId id="2147483650" r:id="rId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lt1"/>
            </a:gs>
            <a:gs pos="100000">
              <a:srgbClr val="E6E6E6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9"/>
          <p:cNvSpPr/>
          <p:nvPr/>
        </p:nvSpPr>
        <p:spPr>
          <a:xfrm>
            <a:off x="0" y="2019477"/>
            <a:ext cx="9144000" cy="4105941"/>
          </a:xfrm>
          <a:prstGeom prst="rect">
            <a:avLst/>
          </a:prstGeom>
          <a:gradFill>
            <a:gsLst>
              <a:gs pos="0">
                <a:srgbClr val="DFDBD5">
                  <a:alpha val="0"/>
                </a:srgbClr>
              </a:gs>
              <a:gs pos="100000">
                <a:schemeClr val="lt2"/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50"/>
              <a:buFont typeface="Gill Sans"/>
              <a:buNone/>
            </a:pPr>
            <a:r>
              <a:t/>
            </a:r>
            <a:endParaRPr b="0" i="0" sz="135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8" name="Google Shape;28;p19"/>
          <p:cNvSpPr txBox="1"/>
          <p:nvPr>
            <p:ph type="title"/>
          </p:nvPr>
        </p:nvSpPr>
        <p:spPr>
          <a:xfrm>
            <a:off x="1088685" y="804520"/>
            <a:ext cx="7202456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ill Sans"/>
              <a:buNone/>
              <a:defRPr b="0" i="0" sz="2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9" name="Google Shape;29;p19"/>
          <p:cNvSpPr txBox="1"/>
          <p:nvPr>
            <p:ph idx="1" type="body"/>
          </p:nvPr>
        </p:nvSpPr>
        <p:spPr>
          <a:xfrm>
            <a:off x="1088685" y="2015733"/>
            <a:ext cx="7202456" cy="34506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3850" lvl="0" marL="457200" marR="0" rtl="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14325" lvl="1" marL="914400" marR="0" rtl="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04800" lvl="2" marL="1371600" marR="0" rtl="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295275" lvl="3" marL="1828800" marR="0" rtl="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Char char="•"/>
              <a:defRPr b="0" i="0" sz="105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285750" lvl="4" marL="2286000" marR="0" rtl="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285750" lvl="5" marL="2743200" marR="0" rtl="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285750" lvl="6" marL="3200400" marR="0" rtl="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285750" lvl="7" marL="3657600" marR="0" rtl="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285750" lvl="8" marL="4114800" marR="0" rtl="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30" name="Google Shape;30;p19"/>
          <p:cNvSpPr txBox="1"/>
          <p:nvPr>
            <p:ph idx="10" type="dt"/>
          </p:nvPr>
        </p:nvSpPr>
        <p:spPr>
          <a:xfrm>
            <a:off x="5665605" y="379084"/>
            <a:ext cx="26255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50" u="none" cap="none" strike="noStrike">
                <a:solidFill>
                  <a:srgbClr val="888888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31" name="Google Shape;31;p19"/>
          <p:cNvSpPr txBox="1"/>
          <p:nvPr>
            <p:ph idx="12" type="sldNum"/>
          </p:nvPr>
        </p:nvSpPr>
        <p:spPr>
          <a:xfrm>
            <a:off x="4267868" y="6291139"/>
            <a:ext cx="608264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0" i="0" sz="1650" u="none" cap="none" strike="noStrike">
                <a:solidFill>
                  <a:srgbClr val="B71E4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ctr">
              <a:spcBef>
                <a:spcPts val="0"/>
              </a:spcBef>
              <a:buNone/>
              <a:defRPr b="0" i="0" sz="1650" u="none" cap="none" strike="noStrike">
                <a:solidFill>
                  <a:srgbClr val="B71E4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ctr">
              <a:spcBef>
                <a:spcPts val="0"/>
              </a:spcBef>
              <a:buNone/>
              <a:defRPr b="0" i="0" sz="1650" u="none" cap="none" strike="noStrike">
                <a:solidFill>
                  <a:srgbClr val="B71E4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ctr">
              <a:spcBef>
                <a:spcPts val="0"/>
              </a:spcBef>
              <a:buNone/>
              <a:defRPr b="0" i="0" sz="1650" u="none" cap="none" strike="noStrike">
                <a:solidFill>
                  <a:srgbClr val="B71E4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ctr">
              <a:spcBef>
                <a:spcPts val="0"/>
              </a:spcBef>
              <a:buNone/>
              <a:defRPr b="0" i="0" sz="1650" u="none" cap="none" strike="noStrike">
                <a:solidFill>
                  <a:srgbClr val="B71E4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ctr">
              <a:spcBef>
                <a:spcPts val="0"/>
              </a:spcBef>
              <a:buNone/>
              <a:defRPr b="0" i="0" sz="1650" u="none" cap="none" strike="noStrike">
                <a:solidFill>
                  <a:srgbClr val="B71E4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ctr">
              <a:spcBef>
                <a:spcPts val="0"/>
              </a:spcBef>
              <a:buNone/>
              <a:defRPr b="0" i="0" sz="1650" u="none" cap="none" strike="noStrike">
                <a:solidFill>
                  <a:srgbClr val="B71E4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ctr">
              <a:spcBef>
                <a:spcPts val="0"/>
              </a:spcBef>
              <a:buNone/>
              <a:defRPr b="0" i="0" sz="1650" u="none" cap="none" strike="noStrike">
                <a:solidFill>
                  <a:srgbClr val="B71E4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ctr">
              <a:spcBef>
                <a:spcPts val="0"/>
              </a:spcBef>
              <a:buNone/>
              <a:defRPr b="0" i="0" sz="1650" u="none" cap="none" strike="noStrike">
                <a:solidFill>
                  <a:srgbClr val="B71E4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2" name="Google Shape;32;p19"/>
          <p:cNvCxnSpPr/>
          <p:nvPr/>
        </p:nvCxnSpPr>
        <p:spPr>
          <a:xfrm>
            <a:off x="0" y="6128413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000001">
                <a:alpha val="20000"/>
              </a:srgbClr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descr="Icon&#10;&#10;Description automatically generated with medium confidence" id="33" name="Google Shape;33;p19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58084" y="32700"/>
            <a:ext cx="914201" cy="50098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34;p19"/>
          <p:cNvPicPr preferRelativeResize="0"/>
          <p:nvPr/>
        </p:nvPicPr>
        <p:blipFill rotWithShape="1">
          <a:blip r:embed="rId2">
            <a:alphaModFix/>
          </a:blip>
          <a:srcRect b="50110" l="4360" r="0" t="18054"/>
          <a:stretch/>
        </p:blipFill>
        <p:spPr>
          <a:xfrm>
            <a:off x="1088684" y="6373098"/>
            <a:ext cx="2184149" cy="3510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ext&#10;&#10;Description automatically generated with medium confidence" id="35" name="Google Shape;35;p19"/>
          <p:cNvPicPr preferRelativeResize="0"/>
          <p:nvPr/>
        </p:nvPicPr>
        <p:blipFill rotWithShape="1">
          <a:blip r:embed="rId3">
            <a:alphaModFix/>
          </a:blip>
          <a:srcRect b="13232" l="0" r="20929" t="53957"/>
          <a:stretch/>
        </p:blipFill>
        <p:spPr>
          <a:xfrm>
            <a:off x="6619128" y="6373098"/>
            <a:ext cx="1672013" cy="335027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2" r:id="rId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15.png"/><Relationship Id="rId5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"/>
          <p:cNvSpPr/>
          <p:nvPr/>
        </p:nvSpPr>
        <p:spPr>
          <a:xfrm>
            <a:off x="471055" y="1123242"/>
            <a:ext cx="8243454" cy="3989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Mastering STM32 Timers and PWM Configuration via STM32CubeMX</a:t>
            </a:r>
            <a:endParaRPr b="1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Overview</a:t>
            </a:r>
            <a:endParaRPr/>
          </a:p>
          <a:p>
            <a:pPr indent="0" lvl="0" marL="0" marR="0" rtl="0" algn="just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Embedded systems interact continuously with real-world devices such as sensors, motors, displays, communication modules, and actuators. Most of these operations require precise timing control. STM32 microcontrollers provide dedicated hardware modules called timers for this purpose. </a:t>
            </a:r>
            <a:r>
              <a:rPr b="0" i="0" lang="en-US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The operation of an STM32 timer is based on counting clock pulses. Every microcontroller operates using a clock signal. 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"/>
          <p:cNvSpPr txBox="1"/>
          <p:nvPr>
            <p:ph type="ctrTitle"/>
          </p:nvPr>
        </p:nvSpPr>
        <p:spPr>
          <a:xfrm>
            <a:off x="1813335" y="627797"/>
            <a:ext cx="6477805" cy="7915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00"/>
              <a:buFont typeface="Gill Sans"/>
              <a:buNone/>
            </a:pPr>
            <a:r>
              <a:rPr lang="en-US"/>
              <a:t>INTRODUCTION</a:t>
            </a:r>
            <a:endParaRPr/>
          </a:p>
        </p:txBody>
      </p:sp>
      <p:sp>
        <p:nvSpPr>
          <p:cNvPr id="52" name="Google Shape;52;p2"/>
          <p:cNvSpPr txBox="1"/>
          <p:nvPr>
            <p:ph idx="1" type="subTitle"/>
          </p:nvPr>
        </p:nvSpPr>
        <p:spPr>
          <a:xfrm>
            <a:off x="423079" y="1937982"/>
            <a:ext cx="8379725" cy="388961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en-US"/>
              <a:t>THE CORE CHALLENGE OF REAL-WORLD INTERACTION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135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1300"/>
              <a:buNone/>
            </a:pPr>
            <a:r>
              <a:rPr b="1" lang="en-US"/>
              <a:t>THE EMBEDDED DILEMMA:</a:t>
            </a:r>
            <a:r>
              <a:rPr lang="en-US"/>
              <a:t> EMBEDDED SYSTEMS MUST CONTINUOUSLY INTERACT WITH REAL-WORLD ELEMENTS LIKE SENSORS, MOTORS, AND ACTUATORS.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1300"/>
              <a:buNone/>
            </a:pPr>
            <a:r>
              <a:rPr b="1" lang="en-US"/>
              <a:t>THE PRECISION REQUIREMENT:</a:t>
            </a:r>
            <a:r>
              <a:rPr lang="en-US"/>
              <a:t>   REAL-WORLD OPERATIONS DEMAND HIGHLY PRECISE TIMING INTERVALS.</a:t>
            </a:r>
            <a:endParaRPr/>
          </a:p>
          <a:p>
            <a:pPr indent="0" lvl="1" marL="342900" rtl="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350"/>
              <a:buNone/>
            </a:pPr>
            <a:r>
              <a:t/>
            </a:r>
            <a:endParaRPr i="1"/>
          </a:p>
          <a:p>
            <a:pPr indent="0" lvl="1" marL="342900" rtl="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300"/>
              <a:buNone/>
            </a:pPr>
            <a:r>
              <a:rPr i="1" lang="en-US"/>
              <a:t>Example 1:</a:t>
            </a:r>
            <a:r>
              <a:rPr lang="en-US"/>
              <a:t> Toggling a status LED precisely every 1.0 second.</a:t>
            </a:r>
            <a:endParaRPr/>
          </a:p>
          <a:p>
            <a:pPr indent="0" lvl="1" marL="342900" rtl="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300"/>
              <a:buNone/>
            </a:pPr>
            <a:r>
              <a:rPr i="1" lang="en-US"/>
              <a:t>Example 2:</a:t>
            </a:r>
            <a:r>
              <a:rPr lang="en-US"/>
              <a:t> Sampling a critical IoT temperature sensor precisely every 100 milliseconds.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135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1300"/>
              <a:buNone/>
            </a:pPr>
            <a:r>
              <a:rPr b="1" lang="en-US"/>
              <a:t>THE SOLUTION:</a:t>
            </a:r>
            <a:r>
              <a:rPr lang="en-US"/>
              <a:t> MICROCONTROLLERS RELY ON DEDICATED HARDWARE MECHANISMS TO MEASURE AND GENERATE DETERMINISTIC TIME INTERVALS WITHOUT WASTING PROCESSOR CYCLES.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135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"/>
          <p:cNvSpPr txBox="1"/>
          <p:nvPr>
            <p:ph type="ctrTitle"/>
          </p:nvPr>
        </p:nvSpPr>
        <p:spPr>
          <a:xfrm>
            <a:off x="393700" y="552180"/>
            <a:ext cx="8511701" cy="86805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ill Sans"/>
              <a:buNone/>
            </a:pPr>
            <a:r>
              <a:rPr lang="en-US" sz="2800"/>
              <a:t>ARCHITECTURE OF AN STM32 TIMER PERIPHERAL</a:t>
            </a:r>
            <a:endParaRPr sz="2800"/>
          </a:p>
        </p:txBody>
      </p:sp>
      <p:pic>
        <p:nvPicPr>
          <p:cNvPr id="58" name="Google Shape;58;p3"/>
          <p:cNvPicPr preferRelativeResize="0"/>
          <p:nvPr/>
        </p:nvPicPr>
        <p:blipFill rotWithShape="1">
          <a:blip r:embed="rId3">
            <a:alphaModFix/>
          </a:blip>
          <a:srcRect b="39366" l="26747" r="31295" t="31903"/>
          <a:stretch/>
        </p:blipFill>
        <p:spPr>
          <a:xfrm>
            <a:off x="1078174" y="1651406"/>
            <a:ext cx="6673754" cy="1815125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3"/>
          <p:cNvSpPr txBox="1"/>
          <p:nvPr>
            <p:ph idx="1" type="subTitle"/>
          </p:nvPr>
        </p:nvSpPr>
        <p:spPr>
          <a:xfrm>
            <a:off x="393700" y="3485661"/>
            <a:ext cx="8234734" cy="23083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Hardware Autonomy: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timer is an independent peripheral inside the STM32 microcontroller that counts clock pulses.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CPU Liberation: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Because it operates using dedicated on-chip hardware, it tracks time autonomously without continuously utilizing CPU execution threads.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Clock Foundation: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Every timing operation is directly derived from the microcontroller's master hardware clock signal.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"/>
          <p:cNvSpPr txBox="1"/>
          <p:nvPr>
            <p:ph type="ctrTitle"/>
          </p:nvPr>
        </p:nvSpPr>
        <p:spPr>
          <a:xfrm>
            <a:off x="505837" y="537105"/>
            <a:ext cx="7785302" cy="53039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ill Sans"/>
              <a:buNone/>
            </a:pPr>
            <a:r>
              <a:rPr lang="en-US" sz="2400"/>
              <a:t>THE ANATOMY OF A CYCLE</a:t>
            </a:r>
            <a:endParaRPr sz="2400"/>
          </a:p>
        </p:txBody>
      </p:sp>
      <p:sp>
        <p:nvSpPr>
          <p:cNvPr id="65" name="Google Shape;65;p4"/>
          <p:cNvSpPr txBox="1"/>
          <p:nvPr>
            <p:ph idx="1" type="subTitle"/>
          </p:nvPr>
        </p:nvSpPr>
        <p:spPr>
          <a:xfrm>
            <a:off x="505836" y="1216022"/>
            <a:ext cx="8112869" cy="227620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96296"/>
              <a:buNone/>
            </a:pPr>
            <a:r>
              <a:rPr lang="en-US"/>
              <a:t>THE THREE-STEP TIMING PROCESS</a:t>
            </a:r>
            <a:endParaRPr/>
          </a:p>
          <a:p>
            <a:pPr indent="-342932" lvl="0" marL="342900" rtl="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ct val="96296"/>
              <a:buFont typeface="Gill Sans"/>
              <a:buAutoNum type="arabicPeriod"/>
            </a:pPr>
            <a:r>
              <a:rPr b="1" lang="en-US"/>
              <a:t>RECEIVING CLOCK INPUT:</a:t>
            </a:r>
            <a:r>
              <a:rPr lang="en-US"/>
              <a:t> THE TIMER RECEIVES A HIGH-FREQUENCY SIGNAL FROM THE STM32 CLOCK SYSTEM (E.G., A SYSTEM FREQUENCY OF 72 MHZ, PRODUCING 72 MILLION PULSES PER SECOND). THIS RAW SPEED IS GENERALLY TOO FAST FOR DIRECT TRACKING AND MUST BE ADAPTED.</a:t>
            </a:r>
            <a:endParaRPr/>
          </a:p>
          <a:p>
            <a:pPr indent="-342932" lvl="0" marL="342900" rtl="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ct val="96296"/>
              <a:buFont typeface="Gill Sans"/>
              <a:buAutoNum type="arabicPeriod"/>
            </a:pPr>
            <a:r>
              <a:rPr lang="en-US"/>
              <a:t>COUNTING CLOCK PULSES: THE MODIFIED CLOCK TICKS AN INTERNAL COUNTER REGISTER (CNT). THE REGISTER CONTINUOUSLY INCREMENTS OR DECREMENTS.</a:t>
            </a:r>
            <a:endParaRPr/>
          </a:p>
          <a:p>
            <a:pPr indent="-342932" lvl="0" marL="342900" rtl="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ct val="96296"/>
              <a:buFont typeface="Gill Sans"/>
              <a:buAutoNum type="arabicPeriod"/>
            </a:pPr>
            <a:r>
              <a:rPr lang="en-US"/>
              <a:t>GENERATING AN EVENT: WHEN THE COUNTER REACHES ITS PREDEFINED TARGET, THE HARDWARE FIRES AN EVENT.DOWNSTREAM TRIGGERS: THIS EVENT CAN AUTOMATICALLY TRIGGER AN INTERRUPT, ALTER A GPIO OUTPUT PIN, SIGNAL ANOTHER PERIPHERAL, OR OUTPUT A CONTINUOUS PWM WAVEFORM.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"/>
          <p:cNvSpPr txBox="1"/>
          <p:nvPr>
            <p:ph type="ctrTitle"/>
          </p:nvPr>
        </p:nvSpPr>
        <p:spPr>
          <a:xfrm>
            <a:off x="1813335" y="802300"/>
            <a:ext cx="6477805" cy="48175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ill Sans"/>
              <a:buNone/>
            </a:pPr>
            <a:r>
              <a:rPr lang="en-US" sz="2400"/>
              <a:t>THE INTERNAL ARCHITECTURE</a:t>
            </a:r>
            <a:endParaRPr/>
          </a:p>
        </p:txBody>
      </p:sp>
      <p:sp>
        <p:nvSpPr>
          <p:cNvPr id="71" name="Google Shape;71;p5"/>
          <p:cNvSpPr txBox="1"/>
          <p:nvPr>
            <p:ph idx="1" type="subTitle"/>
          </p:nvPr>
        </p:nvSpPr>
        <p:spPr>
          <a:xfrm>
            <a:off x="772476" y="1284052"/>
            <a:ext cx="6477804" cy="413425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/>
              <a:t>FOUR CORE TIMER COMPONENTS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1350"/>
              <a:buNone/>
            </a:pPr>
            <a:r>
              <a:t/>
            </a:r>
            <a:endParaRPr/>
          </a:p>
        </p:txBody>
      </p:sp>
      <p:pic>
        <p:nvPicPr>
          <p:cNvPr id="72" name="Google Shape;7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14837" y="1887276"/>
            <a:ext cx="6676324" cy="4349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6"/>
          <p:cNvSpPr txBox="1"/>
          <p:nvPr>
            <p:ph type="ctrTitle"/>
          </p:nvPr>
        </p:nvSpPr>
        <p:spPr>
          <a:xfrm>
            <a:off x="1813335" y="802299"/>
            <a:ext cx="6477805" cy="40393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ill Sans"/>
              <a:buNone/>
            </a:pPr>
            <a:r>
              <a:rPr lang="en-US" sz="2000"/>
              <a:t>CLASSIFYING STM32 TIMER TYPES</a:t>
            </a:r>
            <a:endParaRPr/>
          </a:p>
        </p:txBody>
      </p:sp>
      <p:pic>
        <p:nvPicPr>
          <p:cNvPr id="78" name="Google Shape;7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6851" y="1305998"/>
            <a:ext cx="5732895" cy="1257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6599" y="2489204"/>
            <a:ext cx="5732895" cy="1257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6599" y="3754921"/>
            <a:ext cx="5732895" cy="14320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7"/>
          <p:cNvSpPr txBox="1"/>
          <p:nvPr>
            <p:ph type="ctrTitle"/>
          </p:nvPr>
        </p:nvSpPr>
        <p:spPr>
          <a:xfrm>
            <a:off x="1813335" y="802299"/>
            <a:ext cx="6477805" cy="45256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ill Sans"/>
              <a:buNone/>
            </a:pPr>
            <a:r>
              <a:rPr lang="en-US" sz="2400"/>
              <a:t>TIMERS AT THE EDGE OF IOT SYSTEMS</a:t>
            </a:r>
            <a:endParaRPr sz="2400"/>
          </a:p>
        </p:txBody>
      </p:sp>
      <p:pic>
        <p:nvPicPr>
          <p:cNvPr id="86" name="Google Shape;8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5978" y="1408297"/>
            <a:ext cx="6514320" cy="21153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8"/>
          <p:cNvSpPr txBox="1"/>
          <p:nvPr>
            <p:ph type="ctrTitle"/>
          </p:nvPr>
        </p:nvSpPr>
        <p:spPr>
          <a:xfrm>
            <a:off x="1125234" y="503058"/>
            <a:ext cx="8018766" cy="59848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ill Sans"/>
              <a:buNone/>
            </a:pPr>
            <a:r>
              <a:rPr lang="en-US" sz="2400"/>
              <a:t>WHAT IS PULSE WIDTH MODULATION (PWM)?</a:t>
            </a:r>
            <a:endParaRPr sz="2400"/>
          </a:p>
        </p:txBody>
      </p:sp>
      <p:pic>
        <p:nvPicPr>
          <p:cNvPr id="92" name="Google Shape;9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5234" y="1660138"/>
            <a:ext cx="7790674" cy="31876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9"/>
          <p:cNvSpPr txBox="1"/>
          <p:nvPr>
            <p:ph type="ctrTitle"/>
          </p:nvPr>
        </p:nvSpPr>
        <p:spPr>
          <a:xfrm>
            <a:off x="1813335" y="802300"/>
            <a:ext cx="6477805" cy="35529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None/>
            </a:pPr>
            <a:r>
              <a:rPr lang="en-US" sz="1800"/>
              <a:t>THE THREE PARAMETERS OF A PWM WAVEFORM</a:t>
            </a:r>
            <a:endParaRPr sz="1800"/>
          </a:p>
        </p:txBody>
      </p:sp>
      <p:pic>
        <p:nvPicPr>
          <p:cNvPr id="98" name="Google Shape;98;p9"/>
          <p:cNvPicPr preferRelativeResize="0"/>
          <p:nvPr/>
        </p:nvPicPr>
        <p:blipFill rotWithShape="1">
          <a:blip r:embed="rId3">
            <a:alphaModFix/>
          </a:blip>
          <a:srcRect b="29316" l="27578" r="24566" t="19196"/>
          <a:stretch/>
        </p:blipFill>
        <p:spPr>
          <a:xfrm>
            <a:off x="600750" y="1274269"/>
            <a:ext cx="8125818" cy="4662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0"/>
          <p:cNvSpPr txBox="1"/>
          <p:nvPr>
            <p:ph type="ctrTitle"/>
          </p:nvPr>
        </p:nvSpPr>
        <p:spPr>
          <a:xfrm>
            <a:off x="916864" y="636547"/>
            <a:ext cx="7411347" cy="50191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ill Sans"/>
              <a:buNone/>
            </a:pPr>
            <a:r>
              <a:rPr lang="en-US" sz="2400"/>
              <a:t>VISUALIZING DUTY CYCLES AND POLARITY LOGIC</a:t>
            </a:r>
            <a:endParaRPr sz="2400"/>
          </a:p>
        </p:txBody>
      </p:sp>
      <p:pic>
        <p:nvPicPr>
          <p:cNvPr id="104" name="Google Shape;104;p10"/>
          <p:cNvPicPr preferRelativeResize="0"/>
          <p:nvPr/>
        </p:nvPicPr>
        <p:blipFill rotWithShape="1">
          <a:blip r:embed="rId3">
            <a:alphaModFix/>
          </a:blip>
          <a:srcRect b="21875" l="24231" r="20327" t="27133"/>
          <a:stretch/>
        </p:blipFill>
        <p:spPr>
          <a:xfrm>
            <a:off x="566642" y="1756229"/>
            <a:ext cx="8111790" cy="41946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1"/>
          <p:cNvSpPr txBox="1"/>
          <p:nvPr>
            <p:ph type="ctrTitle"/>
          </p:nvPr>
        </p:nvSpPr>
        <p:spPr>
          <a:xfrm>
            <a:off x="1348879" y="841829"/>
            <a:ext cx="6067922" cy="36830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Gill Sans"/>
              <a:buNone/>
            </a:pPr>
            <a:r>
              <a:rPr lang="en-US" sz="2400"/>
              <a:t>SIMPLIFYING DESIGN WITH STM32CUBEMX</a:t>
            </a:r>
            <a:endParaRPr/>
          </a:p>
        </p:txBody>
      </p:sp>
      <p:pic>
        <p:nvPicPr>
          <p:cNvPr id="110" name="Google Shape;110;p11"/>
          <p:cNvPicPr preferRelativeResize="0"/>
          <p:nvPr/>
        </p:nvPicPr>
        <p:blipFill rotWithShape="1">
          <a:blip r:embed="rId3">
            <a:alphaModFix/>
          </a:blip>
          <a:srcRect b="41319" l="24677" r="20885" t="31697"/>
          <a:stretch/>
        </p:blipFill>
        <p:spPr>
          <a:xfrm>
            <a:off x="1161143" y="1378857"/>
            <a:ext cx="7082972" cy="19739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1"/>
          <p:cNvPicPr preferRelativeResize="0"/>
          <p:nvPr/>
        </p:nvPicPr>
        <p:blipFill rotWithShape="1">
          <a:blip r:embed="rId4">
            <a:alphaModFix/>
          </a:blip>
          <a:srcRect b="29811" l="26239" r="30478" t="38443"/>
          <a:stretch/>
        </p:blipFill>
        <p:spPr>
          <a:xfrm>
            <a:off x="1627471" y="3251053"/>
            <a:ext cx="6458858" cy="23222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2"/>
          <p:cNvSpPr txBox="1"/>
          <p:nvPr>
            <p:ph type="ctrTitle"/>
          </p:nvPr>
        </p:nvSpPr>
        <p:spPr>
          <a:xfrm>
            <a:off x="1174706" y="557564"/>
            <a:ext cx="6477805" cy="48947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ill Sans"/>
              <a:buNone/>
            </a:pPr>
            <a:r>
              <a:rPr lang="en-US" sz="2800"/>
              <a:t>FREQUENCY CONFIGURATION</a:t>
            </a:r>
            <a:endParaRPr/>
          </a:p>
        </p:txBody>
      </p:sp>
      <p:pic>
        <p:nvPicPr>
          <p:cNvPr id="117" name="Google Shape;117;p12"/>
          <p:cNvPicPr preferRelativeResize="0"/>
          <p:nvPr/>
        </p:nvPicPr>
        <p:blipFill rotWithShape="1">
          <a:blip r:embed="rId3">
            <a:alphaModFix/>
          </a:blip>
          <a:srcRect b="21676" l="22670" r="21108" t="21379"/>
          <a:stretch/>
        </p:blipFill>
        <p:spPr>
          <a:xfrm>
            <a:off x="1" y="1335313"/>
            <a:ext cx="9144000" cy="46300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3"/>
          <p:cNvSpPr txBox="1"/>
          <p:nvPr>
            <p:ph type="ctrTitle"/>
          </p:nvPr>
        </p:nvSpPr>
        <p:spPr>
          <a:xfrm>
            <a:off x="1566592" y="550305"/>
            <a:ext cx="6477805" cy="50398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ill Sans"/>
              <a:buNone/>
            </a:pPr>
            <a:r>
              <a:rPr lang="en-US" sz="2400"/>
              <a:t>DUTY CYCLE CONFIGURATION</a:t>
            </a:r>
            <a:endParaRPr/>
          </a:p>
        </p:txBody>
      </p:sp>
      <p:pic>
        <p:nvPicPr>
          <p:cNvPr id="123" name="Google Shape;123;p13"/>
          <p:cNvPicPr preferRelativeResize="0"/>
          <p:nvPr/>
        </p:nvPicPr>
        <p:blipFill rotWithShape="1">
          <a:blip r:embed="rId3">
            <a:alphaModFix/>
          </a:blip>
          <a:srcRect b="25843" l="29697" r="26351" t="17808"/>
          <a:stretch/>
        </p:blipFill>
        <p:spPr>
          <a:xfrm>
            <a:off x="0" y="1054291"/>
            <a:ext cx="9143999" cy="50997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4"/>
          <p:cNvPicPr preferRelativeResize="0"/>
          <p:nvPr/>
        </p:nvPicPr>
        <p:blipFill rotWithShape="1">
          <a:blip r:embed="rId3">
            <a:alphaModFix/>
          </a:blip>
          <a:srcRect b="19693" l="29474" r="28136" t="17013"/>
          <a:stretch/>
        </p:blipFill>
        <p:spPr>
          <a:xfrm>
            <a:off x="1" y="1016000"/>
            <a:ext cx="9143999" cy="50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4"/>
          <p:cNvSpPr txBox="1"/>
          <p:nvPr>
            <p:ph type="ctrTitle"/>
          </p:nvPr>
        </p:nvSpPr>
        <p:spPr>
          <a:xfrm>
            <a:off x="435429" y="493487"/>
            <a:ext cx="8432800" cy="52251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en-US" sz="3200"/>
              <a:t>DUTY CYCLE MATH CASE STUDY</a:t>
            </a:r>
            <a:endParaRPr sz="32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5"/>
          <p:cNvSpPr txBox="1"/>
          <p:nvPr>
            <p:ph type="ctrTitle"/>
          </p:nvPr>
        </p:nvSpPr>
        <p:spPr>
          <a:xfrm>
            <a:off x="333829" y="802300"/>
            <a:ext cx="7957311" cy="46044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ill Sans"/>
              <a:buNone/>
            </a:pPr>
            <a:r>
              <a:rPr lang="en-US" sz="2400"/>
              <a:t>STEP-BY-STEP CUBEMX WORKFLOW</a:t>
            </a:r>
            <a:endParaRPr/>
          </a:p>
        </p:txBody>
      </p:sp>
      <p:pic>
        <p:nvPicPr>
          <p:cNvPr id="135" name="Google Shape;135;p15"/>
          <p:cNvPicPr preferRelativeResize="0"/>
          <p:nvPr/>
        </p:nvPicPr>
        <p:blipFill rotWithShape="1">
          <a:blip r:embed="rId3">
            <a:alphaModFix/>
          </a:blip>
          <a:srcRect b="38343" l="30478" r="27801" t="22173"/>
          <a:stretch/>
        </p:blipFill>
        <p:spPr>
          <a:xfrm>
            <a:off x="333828" y="1417282"/>
            <a:ext cx="8765887" cy="46642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6"/>
          <p:cNvSpPr txBox="1"/>
          <p:nvPr>
            <p:ph idx="12" type="sldNum"/>
          </p:nvPr>
        </p:nvSpPr>
        <p:spPr>
          <a:xfrm>
            <a:off x="4267868" y="6291139"/>
            <a:ext cx="608264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1" name="Google Shape;141;p16"/>
          <p:cNvSpPr/>
          <p:nvPr/>
        </p:nvSpPr>
        <p:spPr>
          <a:xfrm>
            <a:off x="568035" y="1364587"/>
            <a:ext cx="7703127" cy="161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2" name="Google Shape;142;p16"/>
          <p:cNvPicPr preferRelativeResize="0"/>
          <p:nvPr/>
        </p:nvPicPr>
        <p:blipFill rotWithShape="1">
          <a:blip r:embed="rId3">
            <a:alphaModFix/>
          </a:blip>
          <a:srcRect b="26439" l="24901" r="20996" t="38045"/>
          <a:stretch/>
        </p:blipFill>
        <p:spPr>
          <a:xfrm>
            <a:off x="0" y="2037206"/>
            <a:ext cx="9144000" cy="39426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Gallery">
  <a:themeElements>
    <a:clrScheme name="Gallery">
      <a:dk1>
        <a:srgbClr val="000000"/>
      </a:dk1>
      <a:lt1>
        <a:srgbClr val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allery">
  <a:themeElements>
    <a:clrScheme name="Gallery">
      <a:dk1>
        <a:srgbClr val="000000"/>
      </a:dk1>
      <a:lt1>
        <a:srgbClr val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>RAVI KANTH</dc:creator>
</cp:coreProperties>
</file>